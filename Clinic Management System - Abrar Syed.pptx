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1" r:id="rId2"/>
    <p:sldId id="2563" r:id="rId3"/>
    <p:sldId id="2564" r:id="rId4"/>
    <p:sldId id="2565" r:id="rId5"/>
    <p:sldId id="2566"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BFC8DB-772A-AD97-E6DB-73C714157B07}" v="3" dt="2026-04-26T03:11:34.2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58" d="100"/>
          <a:sy n="58" d="100"/>
        </p:scale>
        <p:origin x="964"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A089DF-4EA6-4B86-8316-FE6319E22251}" type="datetimeFigureOut">
              <a:t>5/6/2026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7FE038-0B8D-4E70-8522-495D922074AC}" type="slidenum">
              <a:t>‹#›</a:t>
            </a:fld>
            <a:endParaRPr lang="en-US"/>
          </a:p>
        </p:txBody>
      </p:sp>
    </p:spTree>
    <p:extLst>
      <p:ext uri="{BB962C8B-B14F-4D97-AF65-F5344CB8AC3E}">
        <p14:creationId xmlns:p14="http://schemas.microsoft.com/office/powerpoint/2010/main" val="16201755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975E44A5-4DF1-4A19-880B-7E51FD36FF42}" type="slidenum">
              <a:t>1</a:t>
            </a:fld>
            <a:endParaRPr lang="en-US"/>
          </a:p>
        </p:txBody>
      </p:sp>
    </p:spTree>
    <p:extLst>
      <p:ext uri="{BB962C8B-B14F-4D97-AF65-F5344CB8AC3E}">
        <p14:creationId xmlns:p14="http://schemas.microsoft.com/office/powerpoint/2010/main" val="33671913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https://kennesawedu-my.sharepoint.com/personal/asyed37_students_kennesaw_edu/Documents/Microsoft%20Copilot%20Chat%20Files/project.py
This project is a simple Clinic Management System implemented in Python, designed as a command-line interface (CLI) application. The main goal of the project was to practice and demonstrate core Python programming concepts, with a strong emphasis on object-oriented programming (OOP). Rather than relying on scattered variables or procedural code, the project models real-world entities—such as patients and a clinic—using Python classes. This approach makes the program easier to understand, extend, and maintain.
At a high level, the system is intended to store and manage basic patient information, including a patient’s name, date of birth, blood pressure, and weight. Each patient also maintains a history list, which is designed to support tracking changes in patient data over time. Although the current version of the project is minimal, the structure is intentionally set up to allow for future expansion, such as adding visit records, updating vitals, or generating reports.
Another important goal of the project was to simulate how a real application might be organized. The program separates responsibilities clearly: individual patients are represented by their own class, while the clinic itself is managed by a separate system class. A main function serves as the entry point for the program, which is a standard Python practice and especially important for CLI-based applications. Overall, this project demonstrates an early but practical step toward building structured, real-world Python programs using classes and clean design principles.
</a:t>
            </a:r>
          </a:p>
        </p:txBody>
      </p:sp>
      <p:sp>
        <p:nvSpPr>
          <p:cNvPr id="4" name="Slide Number Placeholder 3"/>
          <p:cNvSpPr>
            <a:spLocks noGrp="1"/>
          </p:cNvSpPr>
          <p:nvPr>
            <p:ph type="sldNum" sz="quarter" idx="5"/>
          </p:nvPr>
        </p:nvSpPr>
        <p:spPr/>
        <p:txBody>
          <a:bodyPr/>
          <a:lstStyle/>
          <a:p>
            <a:fld id="{975E44A5-4DF1-4A19-880B-7E51FD36FF42}" type="slidenum">
              <a:t>2</a:t>
            </a:fld>
            <a:endParaRPr lang="en-US"/>
          </a:p>
        </p:txBody>
      </p:sp>
    </p:spTree>
    <p:extLst>
      <p:ext uri="{BB962C8B-B14F-4D97-AF65-F5344CB8AC3E}">
        <p14:creationId xmlns:p14="http://schemas.microsoft.com/office/powerpoint/2010/main" val="61362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https://kennesawedu-my.sharepoint.com/personal/asyed37_students_kennesaw_edu/Documents/Microsoft%20Copilot%20Chat%20Files/project.py
The code for this project is organized around two primary classes: the Patient class and the ClinicSystem class. The Patient class is responsible for storing all data related to an individual patient. Its constructor initializes attributes such as name, date of birth, blood pressure, and weight. In addition, a history list is created for each patient, which is intended to store past records or changes over time. This design choice reflects how medical data is often cumulative and emphasizes the benefit of using lists within objects to manage related data.
The ClinicSystem class is designed to act as a container and manager for multiple patients. It maintains a collection of patient objects, allowing the clinic to scale beyond a single individual. While the current implementation is basic, the existence of this class establishes a clear separation of concerns: patients store their own data, while the clinic system is responsible for organizing and managing them. This separation makes the code more modular and easier to expand later.
The main() function serves as the program’s entry point and is where the clinic system is instantiated. This follows common Python conventions and allows the file to be run directly as a script. Even though the CLI functionality is not fully implemented yet, the structure is in place for adding menus, user input, and program flow control. Overall, the design decisions focus on clarity, readability, and future extensibility rather than complexity, which is appropriate for a semester project at this stage.
</a:t>
            </a:r>
          </a:p>
        </p:txBody>
      </p:sp>
      <p:sp>
        <p:nvSpPr>
          <p:cNvPr id="4" name="Slide Number Placeholder 3"/>
          <p:cNvSpPr>
            <a:spLocks noGrp="1"/>
          </p:cNvSpPr>
          <p:nvPr>
            <p:ph type="sldNum" sz="quarter" idx="5"/>
          </p:nvPr>
        </p:nvSpPr>
        <p:spPr/>
        <p:txBody>
          <a:bodyPr/>
          <a:lstStyle/>
          <a:p>
            <a:fld id="{975E44A5-4DF1-4A19-880B-7E51FD36FF42}" type="slidenum">
              <a:t>3</a:t>
            </a:fld>
            <a:endParaRPr lang="en-US"/>
          </a:p>
        </p:txBody>
      </p:sp>
    </p:spTree>
    <p:extLst>
      <p:ext uri="{BB962C8B-B14F-4D97-AF65-F5344CB8AC3E}">
        <p14:creationId xmlns:p14="http://schemas.microsoft.com/office/powerpoint/2010/main" val="37035233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https://kennesawedu-my.sharepoint.com/personal/asyed37_students_kennesaw_edu/Documents/Microsoft%20Copilot%20Chat%20Files/project.py
While working on this project, I focused on practicing how to define and use classes in Python, especially constructors and instance variables. One of the main things I tried was shifting from a procedural mindset to an object-oriented one. Instead of thinking in terms of individual variables and functions, I learned to group related data and behavior into classes, which made the code feel more organized and closer to a real application.
I also experimented with designing the system in a way that could be expanded later. For example, adding a history list to the Patient class was an intentional choice, even though it is not fully used yet. This helped me think ahead about how patient data might evolve over time. However, I did face challenges along the way. Syntax errors, indentation issues, and properly defining class constructors were some of the most common problems. Debugging these issues helped reinforce my understanding of Python’s structure and error messages.
If I were to continue developing this project, the next steps would include fixing any remaining syntax or indentation problems and fully implementing the ClinicSystem functionality. This would involve adding menu options to the CLI, allowing users to add new patients, update existing patient data, and view stored information. I would also like to add input validation to make the system more robust and user-friendly. Overall, this project helped solidify my understanding of Python basics and gave me confidence in working with object-oriented designs.
</a:t>
            </a:r>
          </a:p>
        </p:txBody>
      </p:sp>
      <p:sp>
        <p:nvSpPr>
          <p:cNvPr id="4" name="Slide Number Placeholder 3"/>
          <p:cNvSpPr>
            <a:spLocks noGrp="1"/>
          </p:cNvSpPr>
          <p:nvPr>
            <p:ph type="sldNum" sz="quarter" idx="5"/>
          </p:nvPr>
        </p:nvSpPr>
        <p:spPr/>
        <p:txBody>
          <a:bodyPr/>
          <a:lstStyle/>
          <a:p>
            <a:fld id="{975E44A5-4DF1-4A19-880B-7E51FD36FF42}" type="slidenum">
              <a:t>4</a:t>
            </a:fld>
            <a:endParaRPr lang="en-US"/>
          </a:p>
        </p:txBody>
      </p:sp>
    </p:spTree>
    <p:extLst>
      <p:ext uri="{BB962C8B-B14F-4D97-AF65-F5344CB8AC3E}">
        <p14:creationId xmlns:p14="http://schemas.microsoft.com/office/powerpoint/2010/main" val="389130485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DEC014E-32E8-BC91-190E-85B3C74C9203}"/>
              </a:ext>
            </a:extLst>
          </p:cNvPr>
          <p:cNvSpPr>
            <a:spLocks noGrp="1"/>
          </p:cNvSpPr>
          <p:nvPr>
            <p:ph type="title"/>
          </p:nvPr>
        </p:nvSpPr>
        <p:spPr>
          <a:xfrm>
            <a:off x="6857998" y="964075"/>
            <a:ext cx="4654297" cy="3739896"/>
          </a:xfrm>
        </p:spPr>
        <p:txBody>
          <a:body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58000" y="4822842"/>
            <a:ext cx="4206240" cy="1380744"/>
          </a:xfrm>
        </p:spPr>
        <p:txBody>
          <a:bodyPr anchor="t" anchorCtr="0">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Footer Placeholder 12">
            <a:extLst>
              <a:ext uri="{FF2B5EF4-FFF2-40B4-BE49-F238E27FC236}">
                <a16:creationId xmlns:a16="http://schemas.microsoft.com/office/drawing/2014/main" id="{B2603722-CE80-C718-39E9-BB79F1F68C31}"/>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10" name="Picture Placeholder 9">
            <a:extLst>
              <a:ext uri="{FF2B5EF4-FFF2-40B4-BE49-F238E27FC236}">
                <a16:creationId xmlns:a16="http://schemas.microsoft.com/office/drawing/2014/main" id="{884C280F-E753-FE97-A722-F86168AC97B1}"/>
              </a:ext>
            </a:extLst>
          </p:cNvPr>
          <p:cNvSpPr>
            <a:spLocks noGrp="1"/>
          </p:cNvSpPr>
          <p:nvPr>
            <p:ph type="pic" sz="quarter" idx="13" hasCustomPrompt="1"/>
          </p:nvPr>
        </p:nvSpPr>
        <p:spPr>
          <a:xfrm>
            <a:off x="841248" y="964074"/>
            <a:ext cx="5403280" cy="5258929"/>
          </a:xfrm>
          <a:custGeom>
            <a:avLst/>
            <a:gdLst>
              <a:gd name="connsiteX0" fmla="*/ 2701640 w 5403280"/>
              <a:gd name="connsiteY0" fmla="*/ 0 h 5258929"/>
              <a:gd name="connsiteX1" fmla="*/ 5403280 w 5403280"/>
              <a:gd name="connsiteY1" fmla="*/ 2701640 h 5258929"/>
              <a:gd name="connsiteX2" fmla="*/ 5403280 w 5403280"/>
              <a:gd name="connsiteY2" fmla="*/ 5258929 h 5258929"/>
              <a:gd name="connsiteX3" fmla="*/ 0 w 5403280"/>
              <a:gd name="connsiteY3" fmla="*/ 5258929 h 5258929"/>
              <a:gd name="connsiteX4" fmla="*/ 0 w 5403280"/>
              <a:gd name="connsiteY4" fmla="*/ 2701640 h 5258929"/>
              <a:gd name="connsiteX5" fmla="*/ 2701640 w 5403280"/>
              <a:gd name="connsiteY5" fmla="*/ 0 h 525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noFill/>
          </a:ln>
        </p:spPr>
        <p:txBody>
          <a:bodyPr wrap="square">
            <a:noAutofit/>
          </a:bodyPr>
          <a:lstStyle>
            <a:lvl1pPr>
              <a:defRPr>
                <a:solidFill>
                  <a:schemeClr val="tx1"/>
                </a:solidFill>
              </a:defRPr>
            </a:lvl1pPr>
          </a:lstStyle>
          <a:p>
            <a:r>
              <a:rPr lang="en-US"/>
              <a:t> </a:t>
            </a:r>
          </a:p>
        </p:txBody>
      </p:sp>
      <p:sp>
        <p:nvSpPr>
          <p:cNvPr id="4" name="Date Placeholder 3">
            <a:extLst>
              <a:ext uri="{FF2B5EF4-FFF2-40B4-BE49-F238E27FC236}">
                <a16:creationId xmlns:a16="http://schemas.microsoft.com/office/drawing/2014/main" id="{EE117A08-C834-F239-A3DF-2D1295F0AE4C}"/>
              </a:ext>
            </a:extLst>
          </p:cNvPr>
          <p:cNvSpPr>
            <a:spLocks noGrp="1"/>
          </p:cNvSpPr>
          <p:nvPr>
            <p:ph type="dt" sz="half" idx="10"/>
          </p:nvPr>
        </p:nvSpPr>
        <p:spPr>
          <a:xfrm rot="5400000">
            <a:off x="10425981" y="4687095"/>
            <a:ext cx="2706690" cy="365125"/>
          </a:xfrm>
        </p:spPr>
        <p:txBody>
          <a:bodyPr/>
          <a:lstStyle/>
          <a:p>
            <a:fld id="{7FA43F5B-065E-43CE-B3FD-98C48A6F94D7}" type="datetime1">
              <a:rPr lang="en-US" smtClean="0"/>
              <a:t>5/6/2026</a:t>
            </a:fld>
            <a:endParaRPr lang="en-US"/>
          </a:p>
        </p:txBody>
      </p:sp>
      <p:sp>
        <p:nvSpPr>
          <p:cNvPr id="14" name="Slide Number Placeholder 13">
            <a:extLst>
              <a:ext uri="{FF2B5EF4-FFF2-40B4-BE49-F238E27FC236}">
                <a16:creationId xmlns:a16="http://schemas.microsoft.com/office/drawing/2014/main" id="{7E80C6A5-61FE-078D-49D9-31BD1294014C}"/>
              </a:ext>
            </a:extLst>
          </p:cNvPr>
          <p:cNvSpPr>
            <a:spLocks noGrp="1"/>
          </p:cNvSpPr>
          <p:nvPr>
            <p:ph type="sldNum" sz="quarter" idx="16"/>
          </p:nvPr>
        </p:nvSpPr>
        <p:spPr/>
        <p:txBody>
          <a:bodyPr/>
          <a:lstStyle>
            <a:lvl1pPr>
              <a:defRPr>
                <a:solidFill>
                  <a:schemeClr val="tx1"/>
                </a:solidFill>
              </a:defRPr>
            </a:lvl1pPr>
          </a:lstStyle>
          <a:p>
            <a:fld id="{2DE90F28-AFBB-4AB2-AA79-6D3F72ED131B}" type="slidenum">
              <a:rPr lang="en-US" smtClean="0"/>
              <a:pPr/>
              <a:t>‹#›</a:t>
            </a:fld>
            <a:endParaRPr lang="en-US"/>
          </a:p>
        </p:txBody>
      </p:sp>
    </p:spTree>
    <p:extLst>
      <p:ext uri="{BB962C8B-B14F-4D97-AF65-F5344CB8AC3E}">
        <p14:creationId xmlns:p14="http://schemas.microsoft.com/office/powerpoint/2010/main" val="113555009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E6C4595-90D4-94E6-CEBA-82807457D2BE}"/>
              </a:ext>
            </a:extLst>
          </p:cNvPr>
          <p:cNvSpPr>
            <a:spLocks noGrp="1"/>
          </p:cNvSpPr>
          <p:nvPr>
            <p:ph type="title"/>
          </p:nvPr>
        </p:nvSpPr>
        <p:spPr>
          <a:xfrm>
            <a:off x="731520" y="365760"/>
            <a:ext cx="10741152" cy="1132258"/>
          </a:xfrm>
        </p:spPr>
        <p:txBody>
          <a:bodyPr/>
          <a:lstStyle/>
          <a:p>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731520" y="1658679"/>
            <a:ext cx="10780776" cy="4925000"/>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EEE6A364-A39C-470E-B89A-9BD899585684}" type="datetime1">
              <a:rPr lang="en-US" smtClean="0"/>
              <a:pPr/>
              <a:t>5/6/2026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5527717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5218032"/>
            <a:ext cx="10972800" cy="786384"/>
          </a:xfrm>
        </p:spPr>
        <p:txBody>
          <a:bodyPr anchor="b">
            <a:normAutofit/>
          </a:bodyPr>
          <a:lstStyle>
            <a:lvl1pPr algn="ctr">
              <a:defRPr sz="44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 y="5972629"/>
            <a:ext cx="10972800" cy="480373"/>
          </a:xfrm>
        </p:spPr>
        <p:txBody>
          <a:bodyPr anchor="t">
            <a:normAutofit/>
          </a:bodyPr>
          <a:lstStyle>
            <a:lvl1pPr marL="0" indent="0" algn="ctr">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6" name="Footer Placeholder 5">
            <a:extLst>
              <a:ext uri="{FF2B5EF4-FFF2-40B4-BE49-F238E27FC236}">
                <a16:creationId xmlns:a16="http://schemas.microsoft.com/office/drawing/2014/main" id="{8C88BD73-E6AB-68A9-F41B-313E0C44777C}"/>
              </a:ext>
            </a:extLst>
          </p:cNvPr>
          <p:cNvSpPr>
            <a:spLocks noGrp="1"/>
          </p:cNvSpPr>
          <p:nvPr>
            <p:ph type="ftr" sz="quarter" idx="15"/>
          </p:nvPr>
        </p:nvSpPr>
        <p:spPr>
          <a:xfrm rot="16200000">
            <a:off x="-396119" y="5787191"/>
            <a:ext cx="1503444" cy="365125"/>
          </a:xfrm>
        </p:spPr>
        <p:txBody>
          <a:bodyPr/>
          <a:lstStyle/>
          <a:p>
            <a:r>
              <a:rPr lang="en-US"/>
              <a:t>Sample Footer Text</a:t>
            </a:r>
          </a:p>
        </p:txBody>
      </p:sp>
      <p:sp>
        <p:nvSpPr>
          <p:cNvPr id="5" name="Date Placeholder 4">
            <a:extLst>
              <a:ext uri="{FF2B5EF4-FFF2-40B4-BE49-F238E27FC236}">
                <a16:creationId xmlns:a16="http://schemas.microsoft.com/office/drawing/2014/main" id="{BEAA6162-61A3-2C41-311C-F407FC4B4DA9}"/>
              </a:ext>
            </a:extLst>
          </p:cNvPr>
          <p:cNvSpPr>
            <a:spLocks noGrp="1"/>
          </p:cNvSpPr>
          <p:nvPr>
            <p:ph type="dt" sz="half" idx="14"/>
          </p:nvPr>
        </p:nvSpPr>
        <p:spPr/>
        <p:txBody>
          <a:bodyPr/>
          <a:lstStyle/>
          <a:p>
            <a:fld id="{7FA43F5B-065E-43CE-B3FD-98C48A6F94D7}" type="datetime1">
              <a:rPr lang="en-US" smtClean="0"/>
              <a:t>5/6/2026</a:t>
            </a:fld>
            <a:endParaRPr lang="en-US"/>
          </a:p>
        </p:txBody>
      </p:sp>
      <p:cxnSp>
        <p:nvCxnSpPr>
          <p:cNvPr id="4" name="Straight Connector 3">
            <a:extLst>
              <a:ext uri="{FF2B5EF4-FFF2-40B4-BE49-F238E27FC236}">
                <a16:creationId xmlns:a16="http://schemas.microsoft.com/office/drawing/2014/main" id="{1DABF624-39B6-C7A2-98E7-26593626B429}"/>
              </a:ext>
              <a:ext uri="{C183D7F6-B498-43B3-948B-1728B52AA6E4}">
                <adec:decorative xmlns:adec="http://schemas.microsoft.com/office/drawing/2017/decorative" val="1"/>
              </a:ext>
            </a:extLst>
          </p:cNvPr>
          <p:cNvCxnSpPr>
            <a:cxnSpLocks/>
          </p:cNvCxnSpPr>
          <p:nvPr userDrawn="1"/>
        </p:nvCxnSpPr>
        <p:spPr>
          <a:xfrm flipH="1">
            <a:off x="4" y="498994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BE6B102F-64E7-9387-1F8F-DB4AC825773A}"/>
              </a:ext>
            </a:extLst>
          </p:cNvPr>
          <p:cNvSpPr>
            <a:spLocks noGrp="1"/>
          </p:cNvSpPr>
          <p:nvPr>
            <p:ph type="sldNum" sz="quarter" idx="16"/>
          </p:nvPr>
        </p:nvSpPr>
        <p:spPr/>
        <p:txBody>
          <a:bodyPr/>
          <a:lstStyle/>
          <a:p>
            <a:fld id="{2DE90F28-AFBB-4AB2-AA79-6D3F72ED131B}" type="slidenum">
              <a:rPr lang="en-US" smtClean="0"/>
              <a:t>‹#›</a:t>
            </a:fld>
            <a:endParaRPr lang="en-US"/>
          </a:p>
        </p:txBody>
      </p:sp>
    </p:spTree>
    <p:extLst>
      <p:ext uri="{BB962C8B-B14F-4D97-AF65-F5344CB8AC3E}">
        <p14:creationId xmlns:p14="http://schemas.microsoft.com/office/powerpoint/2010/main" val="25778133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5C3D1438-E7DE-BCF4-D0DD-97184D8B7208}"/>
              </a:ext>
            </a:extLst>
          </p:cNvPr>
          <p:cNvSpPr>
            <a:spLocks noGrp="1"/>
          </p:cNvSpPr>
          <p:nvPr>
            <p:ph type="title"/>
          </p:nvPr>
        </p:nvSpPr>
        <p:spPr>
          <a:xfrm>
            <a:off x="5909930" y="640097"/>
            <a:ext cx="4362148" cy="3474720"/>
          </a:xfrm>
        </p:spPr>
        <p:txBody>
          <a:bodyPr/>
          <a:lstStyle/>
          <a:p>
            <a:r>
              <a:rPr lang="en-US"/>
              <a:t>Click to edit Master title style</a:t>
            </a:r>
          </a:p>
        </p:txBody>
      </p:sp>
      <p:sp>
        <p:nvSpPr>
          <p:cNvPr id="14" name="Text Placeholder 15">
            <a:extLst>
              <a:ext uri="{FF2B5EF4-FFF2-40B4-BE49-F238E27FC236}">
                <a16:creationId xmlns:a16="http://schemas.microsoft.com/office/drawing/2014/main" id="{E9EB830E-59F9-793F-E2E7-110D033D7F86}"/>
              </a:ext>
            </a:extLst>
          </p:cNvPr>
          <p:cNvSpPr>
            <a:spLocks noGrp="1"/>
          </p:cNvSpPr>
          <p:nvPr>
            <p:ph type="body" sz="quarter" idx="17"/>
          </p:nvPr>
        </p:nvSpPr>
        <p:spPr>
          <a:xfrm>
            <a:off x="5909929" y="4818889"/>
            <a:ext cx="4206701" cy="1188720"/>
          </a:xfrm>
        </p:spPr>
        <p:txBody>
          <a:bodyPr anchor="t">
            <a:normAutofit/>
          </a:bodyPr>
          <a:lstStyle>
            <a:lvl1pPr algn="l">
              <a:defRPr sz="2000"/>
            </a:lvl1pPr>
          </a:lstStyle>
          <a:p>
            <a:pPr lvl="0"/>
            <a:r>
              <a:rPr lang="en-US"/>
              <a:t>Click to edit Master text styles</a:t>
            </a:r>
          </a:p>
        </p:txBody>
      </p:sp>
      <p:sp>
        <p:nvSpPr>
          <p:cNvPr id="9" name="Picture Placeholder 8">
            <a:extLst>
              <a:ext uri="{FF2B5EF4-FFF2-40B4-BE49-F238E27FC236}">
                <a16:creationId xmlns:a16="http://schemas.microsoft.com/office/drawing/2014/main" id="{2C9C23E6-AA65-EED1-FC7F-E4138D9D0DF7}"/>
              </a:ext>
            </a:extLst>
          </p:cNvPr>
          <p:cNvSpPr>
            <a:spLocks noGrp="1"/>
          </p:cNvSpPr>
          <p:nvPr>
            <p:ph type="pic" sz="quarter" idx="13" hasCustomPrompt="1"/>
          </p:nvPr>
        </p:nvSpPr>
        <p:spPr>
          <a:xfrm>
            <a:off x="0" y="0"/>
            <a:ext cx="5060950" cy="6858000"/>
          </a:xfr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a:lstStyle/>
          <a:p>
            <a:r>
              <a:rPr lang="en-US"/>
              <a:t> </a:t>
            </a:r>
          </a:p>
        </p:txBody>
      </p:sp>
      <p:cxnSp>
        <p:nvCxnSpPr>
          <p:cNvPr id="7" name="Straight Connector 6">
            <a:extLst>
              <a:ext uri="{FF2B5EF4-FFF2-40B4-BE49-F238E27FC236}">
                <a16:creationId xmlns:a16="http://schemas.microsoft.com/office/drawing/2014/main" id="{63DCC7EC-EB64-3FA5-9B9F-4B65F8B35369}"/>
              </a:ext>
              <a:ext uri="{C183D7F6-B498-43B3-948B-1728B52AA6E4}">
                <adec:decorative xmlns:adec="http://schemas.microsoft.com/office/drawing/2017/decorative" val="1"/>
              </a:ext>
            </a:extLst>
          </p:cNvPr>
          <p:cNvCxnSpPr>
            <a:cxnSpLocks/>
          </p:cNvCxnSpPr>
          <p:nvPr userDrawn="1"/>
        </p:nvCxnSpPr>
        <p:spPr>
          <a:xfrm>
            <a:off x="506048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Date Placeholder 7">
            <a:extLst>
              <a:ext uri="{FF2B5EF4-FFF2-40B4-BE49-F238E27FC236}">
                <a16:creationId xmlns:a16="http://schemas.microsoft.com/office/drawing/2014/main" id="{B5721EA9-D34D-C406-42C9-D1C3DC0550EB}"/>
              </a:ext>
            </a:extLst>
          </p:cNvPr>
          <p:cNvSpPr>
            <a:spLocks noGrp="1"/>
          </p:cNvSpPr>
          <p:nvPr>
            <p:ph type="dt" sz="half" idx="14"/>
          </p:nvPr>
        </p:nvSpPr>
        <p:spPr>
          <a:xfrm rot="5400000">
            <a:off x="10425981" y="4687095"/>
            <a:ext cx="2706690" cy="365125"/>
          </a:xfrm>
        </p:spPr>
        <p:txBody>
          <a:bodyPr/>
          <a:lstStyle/>
          <a:p>
            <a:fld id="{7FA43F5B-065E-43CE-B3FD-98C48A6F94D7}" type="datetime1">
              <a:rPr lang="en-US" smtClean="0"/>
              <a:pPr/>
              <a:t>5/6/2026</a:t>
            </a:fld>
            <a:endParaRPr lang="en-US"/>
          </a:p>
        </p:txBody>
      </p:sp>
      <p:sp>
        <p:nvSpPr>
          <p:cNvPr id="10" name="Footer Placeholder 9">
            <a:extLst>
              <a:ext uri="{FF2B5EF4-FFF2-40B4-BE49-F238E27FC236}">
                <a16:creationId xmlns:a16="http://schemas.microsoft.com/office/drawing/2014/main" id="{B8A451BA-6597-98CC-3A5A-099DB053853F}"/>
              </a:ext>
            </a:extLst>
          </p:cNvPr>
          <p:cNvSpPr>
            <a:spLocks noGrp="1"/>
          </p:cNvSpPr>
          <p:nvPr>
            <p:ph type="ftr" sz="quarter" idx="15"/>
          </p:nvPr>
        </p:nvSpPr>
        <p:spPr>
          <a:xfrm rot="16200000" flipH="1">
            <a:off x="10292565" y="1592957"/>
            <a:ext cx="2973522" cy="365125"/>
          </a:xfrm>
        </p:spPr>
        <p:txBody>
          <a:bodyPr/>
          <a:lstStyle/>
          <a:p>
            <a:r>
              <a:rPr lang="en-US"/>
              <a:t>Sample Footer Text</a:t>
            </a:r>
          </a:p>
        </p:txBody>
      </p:sp>
      <p:sp>
        <p:nvSpPr>
          <p:cNvPr id="11" name="Slide Number Placeholder 10">
            <a:extLst>
              <a:ext uri="{FF2B5EF4-FFF2-40B4-BE49-F238E27FC236}">
                <a16:creationId xmlns:a16="http://schemas.microsoft.com/office/drawing/2014/main" id="{ED98AED2-58CC-D8F4-37CF-06D4C6AE089B}"/>
              </a:ext>
            </a:extLst>
          </p:cNvPr>
          <p:cNvSpPr>
            <a:spLocks noGrp="1"/>
          </p:cNvSpPr>
          <p:nvPr>
            <p:ph type="sldNum" sz="quarter" idx="16"/>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34068982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4">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A23BF3C-9B75-66EF-8F1A-8B97381705BC}"/>
              </a:ext>
            </a:extLst>
          </p:cNvPr>
          <p:cNvSpPr>
            <a:spLocks noGrp="1"/>
          </p:cNvSpPr>
          <p:nvPr>
            <p:ph type="title"/>
          </p:nvPr>
        </p:nvSpPr>
        <p:spPr>
          <a:xfrm>
            <a:off x="838200" y="873764"/>
            <a:ext cx="4654296" cy="3739896"/>
          </a:xfrm>
        </p:spPr>
        <p:txBody>
          <a:bodyPr/>
          <a:lstStyle/>
          <a:p>
            <a:r>
              <a:rPr lang="en-US"/>
              <a:t>Click to edit Master title style</a:t>
            </a:r>
          </a:p>
        </p:txBody>
      </p:sp>
      <p:sp>
        <p:nvSpPr>
          <p:cNvPr id="7" name="Text Placeholder 15">
            <a:extLst>
              <a:ext uri="{FF2B5EF4-FFF2-40B4-BE49-F238E27FC236}">
                <a16:creationId xmlns:a16="http://schemas.microsoft.com/office/drawing/2014/main" id="{1B44AFE9-43F1-4797-1ECE-FD5190E5805A}"/>
              </a:ext>
            </a:extLst>
          </p:cNvPr>
          <p:cNvSpPr>
            <a:spLocks noGrp="1"/>
          </p:cNvSpPr>
          <p:nvPr>
            <p:ph type="body" sz="quarter" idx="17"/>
          </p:nvPr>
        </p:nvSpPr>
        <p:spPr>
          <a:xfrm>
            <a:off x="838201" y="4732531"/>
            <a:ext cx="4206240" cy="1380743"/>
          </a:xfrm>
        </p:spPr>
        <p:txBody>
          <a:bodyPr anchor="t">
            <a:normAutofit/>
          </a:bodyPr>
          <a:lstStyle>
            <a:lvl1pPr algn="l">
              <a:defRPr sz="2000"/>
            </a:lvl1pPr>
          </a:lstStyle>
          <a:p>
            <a:pPr lvl="0"/>
            <a:r>
              <a:rPr lang="en-US"/>
              <a:t>Click to edit Master text styles</a:t>
            </a:r>
          </a:p>
        </p:txBody>
      </p:sp>
      <p:sp>
        <p:nvSpPr>
          <p:cNvPr id="13" name="Footer Placeholder 12">
            <a:extLst>
              <a:ext uri="{FF2B5EF4-FFF2-40B4-BE49-F238E27FC236}">
                <a16:creationId xmlns:a16="http://schemas.microsoft.com/office/drawing/2014/main" id="{B2603722-CE80-C718-39E9-BB79F1F68C31}"/>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10" name="Picture Placeholder 9">
            <a:extLst>
              <a:ext uri="{FF2B5EF4-FFF2-40B4-BE49-F238E27FC236}">
                <a16:creationId xmlns:a16="http://schemas.microsoft.com/office/drawing/2014/main" id="{884C280F-E753-FE97-A722-F86168AC97B1}"/>
              </a:ext>
            </a:extLst>
          </p:cNvPr>
          <p:cNvSpPr>
            <a:spLocks noGrp="1"/>
          </p:cNvSpPr>
          <p:nvPr>
            <p:ph type="pic" sz="quarter" idx="13" hasCustomPrompt="1"/>
          </p:nvPr>
        </p:nvSpPr>
        <p:spPr>
          <a:xfrm>
            <a:off x="5947472" y="854346"/>
            <a:ext cx="5403280" cy="5258929"/>
          </a:xfrm>
          <a:custGeom>
            <a:avLst/>
            <a:gdLst>
              <a:gd name="connsiteX0" fmla="*/ 2701640 w 5403280"/>
              <a:gd name="connsiteY0" fmla="*/ 0 h 5258929"/>
              <a:gd name="connsiteX1" fmla="*/ 5403280 w 5403280"/>
              <a:gd name="connsiteY1" fmla="*/ 2701640 h 5258929"/>
              <a:gd name="connsiteX2" fmla="*/ 5403280 w 5403280"/>
              <a:gd name="connsiteY2" fmla="*/ 5258929 h 5258929"/>
              <a:gd name="connsiteX3" fmla="*/ 0 w 5403280"/>
              <a:gd name="connsiteY3" fmla="*/ 5258929 h 5258929"/>
              <a:gd name="connsiteX4" fmla="*/ 0 w 5403280"/>
              <a:gd name="connsiteY4" fmla="*/ 2701640 h 5258929"/>
              <a:gd name="connsiteX5" fmla="*/ 2701640 w 5403280"/>
              <a:gd name="connsiteY5" fmla="*/ 0 h 525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a:defRPr>
                <a:solidFill>
                  <a:schemeClr val="tx1"/>
                </a:solidFill>
              </a:defRPr>
            </a:lvl1pPr>
          </a:lstStyle>
          <a:p>
            <a:r>
              <a:rPr lang="en-US"/>
              <a:t> </a:t>
            </a:r>
          </a:p>
        </p:txBody>
      </p:sp>
      <p:sp>
        <p:nvSpPr>
          <p:cNvPr id="4" name="Date Placeholder 3">
            <a:extLst>
              <a:ext uri="{FF2B5EF4-FFF2-40B4-BE49-F238E27FC236}">
                <a16:creationId xmlns:a16="http://schemas.microsoft.com/office/drawing/2014/main" id="{223A58B4-E2D1-FBC8-004D-0E9EEBBE13DB}"/>
              </a:ext>
            </a:extLst>
          </p:cNvPr>
          <p:cNvSpPr>
            <a:spLocks noGrp="1"/>
          </p:cNvSpPr>
          <p:nvPr>
            <p:ph type="dt" sz="half" idx="10"/>
          </p:nvPr>
        </p:nvSpPr>
        <p:spPr>
          <a:xfrm rot="5400000">
            <a:off x="10425981" y="4687095"/>
            <a:ext cx="2706690" cy="365125"/>
          </a:xfrm>
        </p:spPr>
        <p:txBody>
          <a:bodyPr/>
          <a:lstStyle/>
          <a:p>
            <a:fld id="{7FA43F5B-065E-43CE-B3FD-98C48A6F94D7}" type="datetime1">
              <a:rPr lang="en-US" smtClean="0"/>
              <a:t>5/6/2026</a:t>
            </a:fld>
            <a:endParaRPr lang="en-US"/>
          </a:p>
        </p:txBody>
      </p:sp>
      <p:sp>
        <p:nvSpPr>
          <p:cNvPr id="14" name="Slide Number Placeholder 13">
            <a:extLst>
              <a:ext uri="{FF2B5EF4-FFF2-40B4-BE49-F238E27FC236}">
                <a16:creationId xmlns:a16="http://schemas.microsoft.com/office/drawing/2014/main" id="{7E80C6A5-61FE-078D-49D9-31BD1294014C}"/>
              </a:ext>
            </a:extLst>
          </p:cNvPr>
          <p:cNvSpPr>
            <a:spLocks noGrp="1"/>
          </p:cNvSpPr>
          <p:nvPr>
            <p:ph type="sldNum" sz="quarter" idx="16"/>
          </p:nvPr>
        </p:nvSpPr>
        <p:spPr/>
        <p:txBody>
          <a:bodyPr/>
          <a:lstStyle>
            <a:lvl1pPr>
              <a:defRPr>
                <a:solidFill>
                  <a:schemeClr val="tx1"/>
                </a:solidFill>
              </a:defRPr>
            </a:lvl1pPr>
          </a:lstStyle>
          <a:p>
            <a:fld id="{2DE90F28-AFBB-4AB2-AA79-6D3F72ED131B}" type="slidenum">
              <a:rPr lang="en-US" smtClean="0"/>
              <a:pPr/>
              <a:t>‹#›</a:t>
            </a:fld>
            <a:endParaRPr lang="en-US"/>
          </a:p>
        </p:txBody>
      </p:sp>
    </p:spTree>
    <p:extLst>
      <p:ext uri="{BB962C8B-B14F-4D97-AF65-F5344CB8AC3E}">
        <p14:creationId xmlns:p14="http://schemas.microsoft.com/office/powerpoint/2010/main" val="177354055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51CC58D-28EC-93AD-7E10-1DA3DC6322E1}"/>
              </a:ext>
            </a:extLst>
          </p:cNvPr>
          <p:cNvSpPr>
            <a:spLocks noGrp="1"/>
          </p:cNvSpPr>
          <p:nvPr>
            <p:ph type="title"/>
          </p:nvPr>
        </p:nvSpPr>
        <p:spPr>
          <a:xfrm>
            <a:off x="838200" y="859536"/>
            <a:ext cx="7478991" cy="3635797"/>
          </a:xfrm>
        </p:spPr>
        <p:txBody>
          <a:bodyPr anchor="t">
            <a:normAutofit/>
          </a:bodyPr>
          <a:lstStyle>
            <a:lvl1pPr>
              <a:defRPr sz="6000"/>
            </a:lvl1pPr>
          </a:lstStyle>
          <a:p>
            <a:r>
              <a:rPr lang="en-US"/>
              <a:t>Click to edit Master title style</a:t>
            </a:r>
          </a:p>
        </p:txBody>
      </p:sp>
      <p:cxnSp>
        <p:nvCxnSpPr>
          <p:cNvPr id="7" name="Straight Connector 6">
            <a:extLst>
              <a:ext uri="{FF2B5EF4-FFF2-40B4-BE49-F238E27FC236}">
                <a16:creationId xmlns:a16="http://schemas.microsoft.com/office/drawing/2014/main" id="{0E0B119D-A456-DE33-9525-49696D3FEE6E}"/>
              </a:ext>
              <a:ext uri="{C183D7F6-B498-43B3-948B-1728B52AA6E4}">
                <adec:decorative xmlns:adec="http://schemas.microsoft.com/office/drawing/2017/decorative" val="1"/>
              </a:ext>
            </a:extLst>
          </p:cNvPr>
          <p:cNvCxnSpPr>
            <a:cxnSpLocks/>
          </p:cNvCxnSpPr>
          <p:nvPr/>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 Placeholder 15">
            <a:extLst>
              <a:ext uri="{FF2B5EF4-FFF2-40B4-BE49-F238E27FC236}">
                <a16:creationId xmlns:a16="http://schemas.microsoft.com/office/drawing/2014/main" id="{BFFB480A-CB2C-F6F3-1181-7B482DE48A11}"/>
              </a:ext>
            </a:extLst>
          </p:cNvPr>
          <p:cNvSpPr>
            <a:spLocks noGrp="1"/>
          </p:cNvSpPr>
          <p:nvPr>
            <p:ph type="body" sz="quarter" idx="15"/>
          </p:nvPr>
        </p:nvSpPr>
        <p:spPr>
          <a:xfrm>
            <a:off x="4693339" y="5225354"/>
            <a:ext cx="6669986" cy="1545336"/>
          </a:xfrm>
        </p:spPr>
        <p:txBody>
          <a:bodyPr anchor="ctr">
            <a:normAutofit/>
          </a:bodyPr>
          <a:lstStyle>
            <a:lvl1pPr algn="r">
              <a:defRPr sz="2000"/>
            </a:lvl1pPr>
          </a:lstStyle>
          <a:p>
            <a:pPr lvl="0"/>
            <a:r>
              <a:rPr lang="en-US"/>
              <a:t>Click to edit Master text styles</a:t>
            </a:r>
          </a:p>
        </p:txBody>
      </p:sp>
      <p:sp>
        <p:nvSpPr>
          <p:cNvPr id="5" name="Footer Placeholder 4">
            <a:extLst>
              <a:ext uri="{FF2B5EF4-FFF2-40B4-BE49-F238E27FC236}">
                <a16:creationId xmlns:a16="http://schemas.microsoft.com/office/drawing/2014/main" id="{87416322-573D-C8CC-7277-1611B4285D78}"/>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29C7DE3-77E6-7F1C-2D66-87946BDD6322}"/>
              </a:ext>
            </a:extLst>
          </p:cNvPr>
          <p:cNvSpPr>
            <a:spLocks noGrp="1"/>
          </p:cNvSpPr>
          <p:nvPr>
            <p:ph type="dt" sz="half" idx="10"/>
          </p:nvPr>
        </p:nvSpPr>
        <p:spPr/>
        <p:txBody>
          <a:bodyPr/>
          <a:lstStyle/>
          <a:p>
            <a:fld id="{7FA43F5B-065E-43CE-B3FD-98C48A6F94D7}" type="datetime1">
              <a:rPr lang="en-US" smtClean="0"/>
              <a:t>5/6/2026</a:t>
            </a:fld>
            <a:endParaRPr lang="en-US"/>
          </a:p>
        </p:txBody>
      </p:sp>
      <p:sp>
        <p:nvSpPr>
          <p:cNvPr id="6" name="Slide Number Placeholder 5">
            <a:extLst>
              <a:ext uri="{FF2B5EF4-FFF2-40B4-BE49-F238E27FC236}">
                <a16:creationId xmlns:a16="http://schemas.microsoft.com/office/drawing/2014/main" id="{A939072A-E9FB-537C-7C31-2FB111D3C65A}"/>
              </a:ext>
            </a:extLst>
          </p:cNvPr>
          <p:cNvSpPr>
            <a:spLocks noGrp="1"/>
          </p:cNvSpPr>
          <p:nvPr>
            <p:ph type="sldNum" sz="quarter" idx="12"/>
          </p:nvPr>
        </p:nvSpPr>
        <p:spPr/>
        <p:txBody>
          <a:bodyPr/>
          <a:lstStyle/>
          <a:p>
            <a:fld id="{2DE90F28-AFBB-4AB2-AA79-6D3F72ED131B}" type="slidenum">
              <a:rPr lang="en-US" smtClean="0"/>
              <a:t>‹#›</a:t>
            </a:fld>
            <a:endParaRPr lang="en-US"/>
          </a:p>
        </p:txBody>
      </p:sp>
    </p:spTree>
    <p:extLst>
      <p:ext uri="{BB962C8B-B14F-4D97-AF65-F5344CB8AC3E}">
        <p14:creationId xmlns:p14="http://schemas.microsoft.com/office/powerpoint/2010/main" val="327832396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2">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E84C31D-CC85-27E5-FD9F-627C926D5A22}"/>
              </a:ext>
            </a:extLst>
          </p:cNvPr>
          <p:cNvSpPr>
            <a:spLocks noGrp="1"/>
          </p:cNvSpPr>
          <p:nvPr>
            <p:ph type="title"/>
          </p:nvPr>
        </p:nvSpPr>
        <p:spPr>
          <a:xfrm>
            <a:off x="838200" y="2578608"/>
            <a:ext cx="7879335" cy="3592629"/>
          </a:xfrm>
        </p:spPr>
        <p:txBody>
          <a:bodyPr>
            <a:normAutofit/>
          </a:bodyPr>
          <a:lstStyle>
            <a:lvl1pPr>
              <a:defRPr sz="6000"/>
            </a:lvl1pPr>
          </a:lstStyle>
          <a:p>
            <a:r>
              <a:rPr lang="en-US"/>
              <a:t>Click to edit Master title style</a:t>
            </a:r>
          </a:p>
        </p:txBody>
      </p:sp>
      <p:cxnSp>
        <p:nvCxnSpPr>
          <p:cNvPr id="7" name="Straight Connector 6">
            <a:extLst>
              <a:ext uri="{FF2B5EF4-FFF2-40B4-BE49-F238E27FC236}">
                <a16:creationId xmlns:a16="http://schemas.microsoft.com/office/drawing/2014/main" id="{A10B934F-7AD0-6CA4-BC4D-9CC30854BF9C}"/>
              </a:ext>
              <a:ext uri="{C183D7F6-B498-43B3-948B-1728B52AA6E4}">
                <adec:decorative xmlns:adec="http://schemas.microsoft.com/office/drawing/2017/decorative" val="1"/>
              </a:ext>
            </a:extLst>
          </p:cNvPr>
          <p:cNvCxnSpPr>
            <a:cxnSpLocks/>
          </p:cNvCxnSpPr>
          <p:nvPr userDrawn="1"/>
        </p:nvCxnSpPr>
        <p:spPr>
          <a:xfrm flipH="1">
            <a:off x="4" y="1714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17FF6486-38AE-54F6-E2F3-8B944C3F1B94}"/>
              </a:ext>
            </a:extLst>
          </p:cNvPr>
          <p:cNvSpPr>
            <a:spLocks noGrp="1"/>
          </p:cNvSpPr>
          <p:nvPr>
            <p:ph type="ftr" sz="quarter" idx="11"/>
          </p:nvPr>
        </p:nvSpPr>
        <p:spPr/>
        <p:txBody>
          <a:bodyPr/>
          <a:lstStyle/>
          <a:p>
            <a:r>
              <a:rPr lang="en-US"/>
              <a:t>Sample Footer Text</a:t>
            </a:r>
          </a:p>
        </p:txBody>
      </p:sp>
      <p:sp>
        <p:nvSpPr>
          <p:cNvPr id="16" name="Text Placeholder 15">
            <a:extLst>
              <a:ext uri="{FF2B5EF4-FFF2-40B4-BE49-F238E27FC236}">
                <a16:creationId xmlns:a16="http://schemas.microsoft.com/office/drawing/2014/main" id="{341BD916-71AE-106E-105D-01655950FC48}"/>
              </a:ext>
            </a:extLst>
          </p:cNvPr>
          <p:cNvSpPr>
            <a:spLocks noGrp="1"/>
          </p:cNvSpPr>
          <p:nvPr>
            <p:ph type="body" sz="quarter" idx="15"/>
          </p:nvPr>
        </p:nvSpPr>
        <p:spPr>
          <a:xfrm>
            <a:off x="3987800" y="368300"/>
            <a:ext cx="7375525" cy="1014413"/>
          </a:xfrm>
        </p:spPr>
        <p:txBody>
          <a:bodyPr anchor="ctr">
            <a:normAutofit/>
          </a:bodyPr>
          <a:lstStyle>
            <a:lvl1pPr algn="r">
              <a:defRPr sz="2000"/>
            </a:lvl1pPr>
          </a:lstStyle>
          <a:p>
            <a:pPr lvl="0"/>
            <a:r>
              <a:rPr lang="en-US"/>
              <a:t>Click to edit Master text styles</a:t>
            </a:r>
          </a:p>
        </p:txBody>
      </p:sp>
      <p:sp>
        <p:nvSpPr>
          <p:cNvPr id="4" name="Date Placeholder 3">
            <a:extLst>
              <a:ext uri="{FF2B5EF4-FFF2-40B4-BE49-F238E27FC236}">
                <a16:creationId xmlns:a16="http://schemas.microsoft.com/office/drawing/2014/main" id="{68FD0054-227E-4953-9BB1-7141F90243F6}"/>
              </a:ext>
            </a:extLst>
          </p:cNvPr>
          <p:cNvSpPr>
            <a:spLocks noGrp="1"/>
          </p:cNvSpPr>
          <p:nvPr>
            <p:ph type="dt" sz="half" idx="10"/>
          </p:nvPr>
        </p:nvSpPr>
        <p:spPr/>
        <p:txBody>
          <a:bodyPr/>
          <a:lstStyle/>
          <a:p>
            <a:fld id="{7FA43F5B-065E-43CE-B3FD-98C48A6F94D7}" type="datetime1">
              <a:rPr lang="en-US" smtClean="0"/>
              <a:t>5/6/2026</a:t>
            </a:fld>
            <a:endParaRPr lang="en-US"/>
          </a:p>
        </p:txBody>
      </p:sp>
      <p:sp>
        <p:nvSpPr>
          <p:cNvPr id="6" name="Slide Number Placeholder 5">
            <a:extLst>
              <a:ext uri="{FF2B5EF4-FFF2-40B4-BE49-F238E27FC236}">
                <a16:creationId xmlns:a16="http://schemas.microsoft.com/office/drawing/2014/main" id="{8542E0F1-15E9-E241-9959-A6D46B69EE92}"/>
              </a:ext>
            </a:extLst>
          </p:cNvPr>
          <p:cNvSpPr>
            <a:spLocks noGrp="1"/>
          </p:cNvSpPr>
          <p:nvPr>
            <p:ph type="sldNum" sz="quarter" idx="12"/>
          </p:nvPr>
        </p:nvSpPr>
        <p:spPr/>
        <p:txBody>
          <a:bodyPr/>
          <a:lstStyle/>
          <a:p>
            <a:fld id="{2DE90F28-AFBB-4AB2-AA79-6D3F72ED131B}" type="slidenum">
              <a:rPr lang="en-US" smtClean="0"/>
              <a:t>‹#›</a:t>
            </a:fld>
            <a:endParaRPr lang="en-US"/>
          </a:p>
        </p:txBody>
      </p:sp>
    </p:spTree>
    <p:extLst>
      <p:ext uri="{BB962C8B-B14F-4D97-AF65-F5344CB8AC3E}">
        <p14:creationId xmlns:p14="http://schemas.microsoft.com/office/powerpoint/2010/main" val="210967467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itle" preserve="1">
  <p:cSld name="Title 3">
    <p:spTree>
      <p:nvGrpSpPr>
        <p:cNvPr id="1" name=""/>
        <p:cNvGrpSpPr/>
        <p:nvPr/>
      </p:nvGrpSpPr>
      <p:grpSpPr>
        <a:xfrm>
          <a:off x="0" y="0"/>
          <a:ext cx="0" cy="0"/>
          <a:chOff x="0" y="0"/>
          <a:chExt cx="0" cy="0"/>
        </a:xfrm>
      </p:grpSpPr>
      <p:sp>
        <p:nvSpPr>
          <p:cNvPr id="13" name="Freeform: Shape 15">
            <a:extLst>
              <a:ext uri="{FF2B5EF4-FFF2-40B4-BE49-F238E27FC236}">
                <a16:creationId xmlns:a16="http://schemas.microsoft.com/office/drawing/2014/main" id="{373F4DFA-EB1C-0802-6DB6-F680367799D7}"/>
              </a:ext>
              <a:ext uri="{C183D7F6-B498-43B3-948B-1728B52AA6E4}">
                <adec:decorative xmlns:adec="http://schemas.microsoft.com/office/drawing/2017/decorative" val="1"/>
              </a:ext>
            </a:extLst>
          </p:cNvPr>
          <p:cNvSpPr/>
          <p:nvPr/>
        </p:nvSpPr>
        <p:spPr>
          <a:xfrm rot="16200000">
            <a:off x="3057205" y="-1430380"/>
            <a:ext cx="6077590"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2787213"/>
            <a:ext cx="8229600" cy="2621154"/>
          </a:xfrm>
        </p:spPr>
        <p:txBody>
          <a:bodyPr anchor="b">
            <a:normAutofit/>
          </a:bodyPr>
          <a:lstStyle>
            <a:lvl1pPr algn="ctr">
              <a:defRPr sz="60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5443909"/>
            <a:ext cx="7588155" cy="1414091"/>
          </a:xfrm>
        </p:spPr>
        <p:txBody>
          <a:bodyPr>
            <a:normAutofit/>
          </a:bodyPr>
          <a:lstStyle>
            <a:lvl1pPr marL="0" indent="0" algn="ctr">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09659C8A-FEAD-0E21-E6D3-D37128750DE3}"/>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ACDF62FB-03E9-93F2-7A34-F233AFA3AC36}"/>
              </a:ext>
            </a:extLst>
          </p:cNvPr>
          <p:cNvSpPr>
            <a:spLocks noGrp="1"/>
          </p:cNvSpPr>
          <p:nvPr>
            <p:ph type="dt" sz="half" idx="10"/>
          </p:nvPr>
        </p:nvSpPr>
        <p:spPr/>
        <p:txBody>
          <a:bodyPr/>
          <a:lstStyle/>
          <a:p>
            <a:fld id="{7FA43F5B-065E-43CE-B3FD-98C48A6F94D7}" type="datetime1">
              <a:rPr lang="en-US" smtClean="0"/>
              <a:t>5/6/2026</a:t>
            </a:fld>
            <a:endParaRPr lang="en-US"/>
          </a:p>
        </p:txBody>
      </p:sp>
      <p:sp>
        <p:nvSpPr>
          <p:cNvPr id="6" name="Slide Number Placeholder 5">
            <a:extLst>
              <a:ext uri="{FF2B5EF4-FFF2-40B4-BE49-F238E27FC236}">
                <a16:creationId xmlns:a16="http://schemas.microsoft.com/office/drawing/2014/main" id="{F6CE9323-6CD7-F266-CF02-4659EBD32BA3}"/>
              </a:ext>
            </a:extLst>
          </p:cNvPr>
          <p:cNvSpPr>
            <a:spLocks noGrp="1"/>
          </p:cNvSpPr>
          <p:nvPr>
            <p:ph type="sldNum" sz="quarter" idx="12"/>
          </p:nvPr>
        </p:nvSpPr>
        <p:spPr/>
        <p:txBody>
          <a:bodyPr/>
          <a:lstStyle/>
          <a:p>
            <a:fld id="{2DE90F28-AFBB-4AB2-AA79-6D3F72ED131B}" type="slidenum">
              <a:rPr lang="en-US" smtClean="0"/>
              <a:t>‹#›</a:t>
            </a:fld>
            <a:endParaRPr lang="en-US"/>
          </a:p>
        </p:txBody>
      </p:sp>
    </p:spTree>
    <p:extLst>
      <p:ext uri="{BB962C8B-B14F-4D97-AF65-F5344CB8AC3E}">
        <p14:creationId xmlns:p14="http://schemas.microsoft.com/office/powerpoint/2010/main" val="19894766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842852-3CDE-22AD-D5F0-AAF8279A0910}"/>
              </a:ext>
            </a:extLst>
          </p:cNvPr>
          <p:cNvSpPr>
            <a:spLocks noGrp="1"/>
          </p:cNvSpPr>
          <p:nvPr>
            <p:ph type="title"/>
          </p:nvPr>
        </p:nvSpPr>
        <p:spPr>
          <a:xfrm>
            <a:off x="838200" y="859536"/>
            <a:ext cx="9546336" cy="3675885"/>
          </a:xfrm>
        </p:spPr>
        <p:txBody>
          <a:bodyPr anchor="t">
            <a:normAutofit/>
          </a:bodyPr>
          <a:lstStyle>
            <a:lvl1pPr>
              <a:defRPr sz="600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EE2A7A0-B9EE-41A8-8016-28E5803F20B2}" type="datetime1">
              <a:rPr lang="en-US" smtClean="0"/>
              <a:pPr/>
              <a:t>5/6/2026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7" name="Straight Connector 6">
            <a:extLst>
              <a:ext uri="{FF2B5EF4-FFF2-40B4-BE49-F238E27FC236}">
                <a16:creationId xmlns:a16="http://schemas.microsoft.com/office/drawing/2014/main" id="{C4D523C5-E38D-F0DE-48C0-B6B8404B63BF}"/>
              </a:ext>
              <a:ext uri="{C183D7F6-B498-43B3-948B-1728B52AA6E4}">
                <adec:decorative xmlns:adec="http://schemas.microsoft.com/office/drawing/2017/decorative" val="1"/>
              </a:ext>
            </a:extLst>
          </p:cNvPr>
          <p:cNvCxnSpPr>
            <a:cxnSpLocks/>
          </p:cNvCxnSpPr>
          <p:nvPr userDrawn="1"/>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011117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4EF7E11-76D4-64FA-465B-165405450121}"/>
              </a:ext>
            </a:extLst>
          </p:cNvPr>
          <p:cNvSpPr>
            <a:spLocks noGrp="1"/>
          </p:cNvSpPr>
          <p:nvPr>
            <p:ph type="title"/>
          </p:nvPr>
        </p:nvSpPr>
        <p:spPr>
          <a:xfrm>
            <a:off x="1285947" y="1296083"/>
            <a:ext cx="4353325" cy="4265835"/>
          </a:xfrm>
          <a:custGeom>
            <a:avLst/>
            <a:gdLst>
              <a:gd name="connsiteX0" fmla="*/ 2176663 w 4353325"/>
              <a:gd name="connsiteY0" fmla="*/ 0 h 4265835"/>
              <a:gd name="connsiteX1" fmla="*/ 4353325 w 4353325"/>
              <a:gd name="connsiteY1" fmla="*/ 2176662 h 4265835"/>
              <a:gd name="connsiteX2" fmla="*/ 4353325 w 4353325"/>
              <a:gd name="connsiteY2" fmla="*/ 2712923 h 4265835"/>
              <a:gd name="connsiteX3" fmla="*/ 4353325 w 4353325"/>
              <a:gd name="connsiteY3" fmla="*/ 3733873 h 4265835"/>
              <a:gd name="connsiteX4" fmla="*/ 4353325 w 4353325"/>
              <a:gd name="connsiteY4" fmla="*/ 4265835 h 4265835"/>
              <a:gd name="connsiteX5" fmla="*/ 0 w 4353325"/>
              <a:gd name="connsiteY5" fmla="*/ 4265835 h 4265835"/>
              <a:gd name="connsiteX6" fmla="*/ 0 w 4353325"/>
              <a:gd name="connsiteY6" fmla="*/ 3733873 h 4265835"/>
              <a:gd name="connsiteX7" fmla="*/ 0 w 4353325"/>
              <a:gd name="connsiteY7" fmla="*/ 2712923 h 4265835"/>
              <a:gd name="connsiteX8" fmla="*/ 0 w 4353325"/>
              <a:gd name="connsiteY8" fmla="*/ 2176662 h 4265835"/>
              <a:gd name="connsiteX9" fmla="*/ 2176663 w 4353325"/>
              <a:gd name="connsiteY9" fmla="*/ 0 h 426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53325" h="4265835">
                <a:moveTo>
                  <a:pt x="2176663" y="0"/>
                </a:moveTo>
                <a:cubicBezTo>
                  <a:pt x="3378800" y="0"/>
                  <a:pt x="4353325" y="974525"/>
                  <a:pt x="4353325" y="2176662"/>
                </a:cubicBezTo>
                <a:lnTo>
                  <a:pt x="4353325" y="2712923"/>
                </a:lnTo>
                <a:lnTo>
                  <a:pt x="4353325" y="3733873"/>
                </a:lnTo>
                <a:lnTo>
                  <a:pt x="4353325" y="4265835"/>
                </a:lnTo>
                <a:lnTo>
                  <a:pt x="0" y="4265835"/>
                </a:lnTo>
                <a:lnTo>
                  <a:pt x="0" y="3733873"/>
                </a:lnTo>
                <a:lnTo>
                  <a:pt x="0" y="2712923"/>
                </a:lnTo>
                <a:lnTo>
                  <a:pt x="0" y="2176662"/>
                </a:lnTo>
                <a:cubicBezTo>
                  <a:pt x="0" y="974525"/>
                  <a:pt x="974525" y="0"/>
                  <a:pt x="2176663" y="0"/>
                </a:cubicBezTo>
                <a:close/>
              </a:path>
            </a:pathLst>
          </a:custGeom>
          <a:ln w="6350">
            <a:solidFill>
              <a:schemeClr val="tx1"/>
            </a:solidFill>
          </a:ln>
        </p:spPr>
        <p:txBody>
          <a:bodyPr wrap="square" lIns="182880" tIns="914400" rIns="182880" anchor="ctr" anchorCtr="0">
            <a:noAutofit/>
          </a:bodyPr>
          <a:lstStyle>
            <a:lvl1pPr algn="ct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535056" y="1296083"/>
            <a:ext cx="4325112" cy="4265835"/>
          </a:xfrm>
        </p:spPr>
        <p:txBody>
          <a:bodyPr anchor="b" anchorCtr="0"/>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F53D6F41-6645-4089-A6BB-7B692A44A4CC}" type="datetime1">
              <a:rPr lang="en-US" smtClean="0"/>
              <a:pPr/>
              <a:t>5/6/2026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3145124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Agenda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523192" y="921782"/>
            <a:ext cx="8012703" cy="1463040"/>
          </a:xfrm>
        </p:spPr>
        <p:txBody>
          <a:bodyPr anchor="b">
            <a:noAutofit/>
          </a:bodyPr>
          <a:lstStyle>
            <a:lvl1pPr algn="l">
              <a:defRPr sz="600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523192" y="2533094"/>
            <a:ext cx="8012694" cy="3689909"/>
          </a:xfrm>
        </p:spPr>
        <p:txBody>
          <a:bodyPr anchor="t" anchorCtr="0">
            <a:normAutofit/>
          </a:bodyPr>
          <a:lstStyle>
            <a:lvl1pPr marL="0" indent="0" algn="l">
              <a:buFont typeface="Arial" panose="020B0604020202020204" pitchFamily="34" charset="0"/>
              <a:buNone/>
              <a:defRPr sz="1800">
                <a:solidFill>
                  <a:schemeClr val="tx1"/>
                </a:solidFill>
              </a:defRPr>
            </a:lvl1pPr>
            <a:lvl2pPr algn="l">
              <a:defRPr sz="1600">
                <a:solidFill>
                  <a:schemeClr val="tx1"/>
                </a:solidFill>
              </a:defRPr>
            </a:lvl2pPr>
            <a:lvl3pPr algn="l">
              <a:defRPr sz="1400">
                <a:solidFill>
                  <a:schemeClr val="tx1"/>
                </a:solidFill>
              </a:defRPr>
            </a:lvl3pPr>
            <a:lvl4pPr algn="l">
              <a:defRPr sz="1200">
                <a:solidFill>
                  <a:schemeClr val="tx1"/>
                </a:solidFill>
              </a:defRPr>
            </a:lvl4pPr>
            <a:lvl5pPr algn="l">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1"/>
                </a:solidFill>
              </a:defRPr>
            </a:lvl1pPr>
          </a:lstStyle>
          <a:p>
            <a:fld id="{8A60B404-9532-4DA8-8A40-EC339A5BE635}" type="datetime1">
              <a:rPr lang="en-US" smtClean="0"/>
              <a:pPr/>
              <a:t>5/6/2026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8" name="Straight Connector 7">
            <a:extLst>
              <a:ext uri="{FF2B5EF4-FFF2-40B4-BE49-F238E27FC236}">
                <a16:creationId xmlns:a16="http://schemas.microsoft.com/office/drawing/2014/main" id="{B899D92D-13BB-E0E1-DD69-482838D5372B}"/>
              </a:ext>
              <a:ext uri="{C183D7F6-B498-43B3-948B-1728B52AA6E4}">
                <adec:decorative xmlns:adec="http://schemas.microsoft.com/office/drawing/2017/decorative" val="1"/>
              </a:ext>
            </a:extLst>
          </p:cNvPr>
          <p:cNvCxnSpPr>
            <a:cxnSpLocks/>
          </p:cNvCxnSpPr>
          <p:nvPr userDrawn="1"/>
        </p:nvCxnSpPr>
        <p:spPr>
          <a:xfrm>
            <a:off x="1066880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90415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Agenda 3">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C4E9710-FA87-30E3-20CB-80AEB3E8C2A9}"/>
              </a:ext>
            </a:extLst>
          </p:cNvPr>
          <p:cNvSpPr>
            <a:spLocks noGrp="1"/>
          </p:cNvSpPr>
          <p:nvPr>
            <p:ph type="title"/>
          </p:nvPr>
        </p:nvSpPr>
        <p:spPr>
          <a:xfrm>
            <a:off x="2060880" y="365760"/>
            <a:ext cx="9292920" cy="1116811"/>
          </a:xfrm>
        </p:spPr>
        <p:txBody>
          <a:bodyPr/>
          <a:lstStyle>
            <a:lvl1pPr>
              <a:defRPr>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2" name="Content Placeholder 7">
            <a:extLst>
              <a:ext uri="{FF2B5EF4-FFF2-40B4-BE49-F238E27FC236}">
                <a16:creationId xmlns:a16="http://schemas.microsoft.com/office/drawing/2014/main" id="{D0E17293-F2D5-8A51-CB65-CFF771731061}"/>
              </a:ext>
            </a:extLst>
          </p:cNvPr>
          <p:cNvSpPr>
            <a:spLocks noGrp="1"/>
          </p:cNvSpPr>
          <p:nvPr>
            <p:ph sz="quarter" idx="14"/>
          </p:nvPr>
        </p:nvSpPr>
        <p:spPr>
          <a:xfrm>
            <a:off x="2066409" y="1986161"/>
            <a:ext cx="9284368" cy="4236841"/>
          </a:xfrm>
        </p:spPr>
        <p:txBody>
          <a:bodyPr/>
          <a:lstStyle>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29247CA6-BC1D-429A-A289-4E939E49554A}" type="datetime1">
              <a:rPr lang="en-US" smtClean="0"/>
              <a:pPr/>
              <a:t>5/6/2026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7" name="Straight Connector 6">
            <a:extLst>
              <a:ext uri="{FF2B5EF4-FFF2-40B4-BE49-F238E27FC236}">
                <a16:creationId xmlns:a16="http://schemas.microsoft.com/office/drawing/2014/main" id="{AC7AD265-7A5D-626D-3F70-B7BA0D0172D9}"/>
              </a:ext>
            </a:extLst>
          </p:cNvPr>
          <p:cNvCxnSpPr>
            <a:cxnSpLocks/>
          </p:cNvCxnSpPr>
          <p:nvPr userDrawn="1"/>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985187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05B5E-C545-4763-BA47-4C2C0FCA514D}"/>
              </a:ext>
            </a:extLst>
          </p:cNvPr>
          <p:cNvSpPr>
            <a:spLocks noGrp="1"/>
          </p:cNvSpPr>
          <p:nvPr>
            <p:ph type="title"/>
          </p:nvPr>
        </p:nvSpPr>
        <p:spPr>
          <a:xfrm>
            <a:off x="1060704" y="4608576"/>
            <a:ext cx="4169664" cy="1609344"/>
          </a:xfrm>
        </p:spPr>
        <p:txBody>
          <a:bodyPr anchor="t" anchorCtr="0">
            <a:noAutofit/>
          </a:bodyPr>
          <a:lstStyle>
            <a:lvl1pPr algn="ctr">
              <a:defRPr sz="44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C79D23AA-8F22-4B09-8FAA-CD16E5D66C5D}"/>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Picture Placeholder 7">
            <a:extLst>
              <a:ext uri="{FF2B5EF4-FFF2-40B4-BE49-F238E27FC236}">
                <a16:creationId xmlns:a16="http://schemas.microsoft.com/office/drawing/2014/main" id="{4E5AAB3D-814D-597A-6ADE-F522A8116DCD}"/>
              </a:ext>
            </a:extLst>
          </p:cNvPr>
          <p:cNvSpPr>
            <a:spLocks noGrp="1"/>
          </p:cNvSpPr>
          <p:nvPr>
            <p:ph type="pic" idx="13" hasCustomPrompt="1"/>
          </p:nvPr>
        </p:nvSpPr>
        <p:spPr>
          <a:xfrm>
            <a:off x="1257301" y="1097280"/>
            <a:ext cx="3776470" cy="3168100"/>
          </a:xfrm>
          <a:custGeom>
            <a:avLst/>
            <a:gdLst>
              <a:gd name="connsiteX0" fmla="*/ 1888235 w 3776470"/>
              <a:gd name="connsiteY0" fmla="*/ 0 h 3168100"/>
              <a:gd name="connsiteX1" fmla="*/ 3776470 w 3776470"/>
              <a:gd name="connsiteY1" fmla="*/ 1888235 h 3168100"/>
              <a:gd name="connsiteX2" fmla="*/ 3776470 w 3776470"/>
              <a:gd name="connsiteY2" fmla="*/ 3168100 h 3168100"/>
              <a:gd name="connsiteX3" fmla="*/ 0 w 3776470"/>
              <a:gd name="connsiteY3" fmla="*/ 3168100 h 3168100"/>
              <a:gd name="connsiteX4" fmla="*/ 0 w 3776470"/>
              <a:gd name="connsiteY4" fmla="*/ 1888235 h 3168100"/>
              <a:gd name="connsiteX5" fmla="*/ 1888235 w 3776470"/>
              <a:gd name="connsiteY5" fmla="*/ 0 h 316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76470" h="3168100">
                <a:moveTo>
                  <a:pt x="1888235" y="0"/>
                </a:moveTo>
                <a:cubicBezTo>
                  <a:pt x="2931078" y="0"/>
                  <a:pt x="3776470" y="845392"/>
                  <a:pt x="3776470" y="1888235"/>
                </a:cubicBezTo>
                <a:lnTo>
                  <a:pt x="3776470" y="3168100"/>
                </a:lnTo>
                <a:lnTo>
                  <a:pt x="0" y="3168100"/>
                </a:lnTo>
                <a:lnTo>
                  <a:pt x="0" y="1888235"/>
                </a:lnTo>
                <a:cubicBezTo>
                  <a:pt x="0" y="845392"/>
                  <a:pt x="845392" y="0"/>
                  <a:pt x="1888235"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marL="0" indent="0">
              <a:buFont typeface="Arial" panose="020B0604020202020204" pitchFamily="34" charse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3" name="Content Placeholder 2">
            <a:extLst>
              <a:ext uri="{FF2B5EF4-FFF2-40B4-BE49-F238E27FC236}">
                <a16:creationId xmlns:a16="http://schemas.microsoft.com/office/drawing/2014/main" id="{7FA263F8-8E34-4910-BF7A-F1C5A99689DC}"/>
              </a:ext>
            </a:extLst>
          </p:cNvPr>
          <p:cNvSpPr>
            <a:spLocks noGrp="1"/>
          </p:cNvSpPr>
          <p:nvPr>
            <p:ph idx="1"/>
          </p:nvPr>
        </p:nvSpPr>
        <p:spPr>
          <a:xfrm>
            <a:off x="7141464" y="841248"/>
            <a:ext cx="4215384" cy="5330952"/>
          </a:xfrm>
        </p:spPr>
        <p:txBody>
          <a:bodyPr anchor="ctr"/>
          <a:lstStyle>
            <a:lvl1pPr algn="ctr">
              <a:defRPr>
                <a:solidFill>
                  <a:schemeClr val="tx1"/>
                </a:solidFill>
              </a:defRPr>
            </a:lvl1pPr>
            <a:lvl2pPr algn="ctr">
              <a:defRPr>
                <a:solidFill>
                  <a:schemeClr val="tx1"/>
                </a:solidFill>
              </a:defRPr>
            </a:lvl2pPr>
            <a:lvl3pPr algn="ctr">
              <a:defRPr>
                <a:solidFill>
                  <a:schemeClr val="tx1"/>
                </a:solidFill>
              </a:defRPr>
            </a:lvl3pPr>
            <a:lvl4pPr algn="ctr">
              <a:defRPr>
                <a:solidFill>
                  <a:schemeClr val="tx1"/>
                </a:solidFill>
              </a:defRPr>
            </a:lvl4pPr>
            <a:lvl5pPr algn="ct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6E74E5-D20D-4AB7-8D98-F336CE0ECCBE}"/>
              </a:ext>
            </a:extLst>
          </p:cNvPr>
          <p:cNvSpPr>
            <a:spLocks noGrp="1"/>
          </p:cNvSpPr>
          <p:nvPr>
            <p:ph type="dt" sz="half" idx="10"/>
          </p:nvPr>
        </p:nvSpPr>
        <p:spPr/>
        <p:txBody>
          <a:bodyPr/>
          <a:lstStyle>
            <a:lvl1pPr>
              <a:defRPr>
                <a:solidFill>
                  <a:schemeClr val="tx1"/>
                </a:solidFill>
              </a:defRPr>
            </a:lvl1pPr>
          </a:lstStyle>
          <a:p>
            <a:fld id="{75E16723-2C2F-40DB-89B2-A94AAE77E75C}" type="datetime1">
              <a:rPr lang="en-US" smtClean="0"/>
              <a:pPr/>
              <a:t>5/6/2026</a:t>
            </a:fld>
            <a:endParaRPr lang="en-US"/>
          </a:p>
        </p:txBody>
      </p:sp>
      <p:sp>
        <p:nvSpPr>
          <p:cNvPr id="6" name="Slide Number Placeholder 5">
            <a:extLst>
              <a:ext uri="{FF2B5EF4-FFF2-40B4-BE49-F238E27FC236}">
                <a16:creationId xmlns:a16="http://schemas.microsoft.com/office/drawing/2014/main" id="{84E8A028-A0C8-45E7-915E-B83FF59C9F18}"/>
              </a:ext>
            </a:extLst>
          </p:cNvPr>
          <p:cNvSpPr>
            <a:spLocks noGrp="1"/>
          </p:cNvSpPr>
          <p:nvPr>
            <p:ph type="sldNum" sz="quarter" idx="12"/>
          </p:nvPr>
        </p:nvSpPr>
        <p:spPr/>
        <p:txBody>
          <a:bodyPr/>
          <a:lstStyle>
            <a:lvl1pPr>
              <a:defRPr>
                <a:solidFill>
                  <a:schemeClr val="tx1"/>
                </a:solidFill>
              </a:defRPr>
            </a:lvl1pPr>
          </a:lstStyle>
          <a:p>
            <a:fld id="{2DE90F28-AFBB-4AB2-AA79-6D3F72ED131B}" type="slidenum">
              <a:rPr lang="en-US" smtClean="0"/>
              <a:pPr/>
              <a:t>‹#›</a:t>
            </a:fld>
            <a:endParaRPr lang="en-US"/>
          </a:p>
        </p:txBody>
      </p:sp>
      <p:cxnSp>
        <p:nvCxnSpPr>
          <p:cNvPr id="7" name="Straight Connector 6">
            <a:extLst>
              <a:ext uri="{FF2B5EF4-FFF2-40B4-BE49-F238E27FC236}">
                <a16:creationId xmlns:a16="http://schemas.microsoft.com/office/drawing/2014/main" id="{ECD2C868-CE73-A5B1-1389-62A23B14E008}"/>
              </a:ext>
              <a:ext uri="{C183D7F6-B498-43B3-948B-1728B52AA6E4}">
                <adec:decorative xmlns:adec="http://schemas.microsoft.com/office/drawing/2017/decorative" val="1"/>
              </a:ext>
            </a:extLst>
          </p:cNvPr>
          <p:cNvCxnSpPr>
            <a:cxnSpLocks/>
          </p:cNvCxnSpPr>
          <p:nvPr/>
        </p:nvCxnSpPr>
        <p:spPr>
          <a:xfrm>
            <a:off x="629708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10511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38200" y="365760"/>
            <a:ext cx="10515600" cy="1116811"/>
          </a:xfrm>
        </p:spPr>
        <p:txBody>
          <a:bodyPr/>
          <a:lstStyle>
            <a:lvl1pPr>
              <a:defRPr>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D3196D68-1BE9-332F-CE83-CA191A09639C}"/>
              </a:ext>
            </a:extLst>
          </p:cNvPr>
          <p:cNvSpPr>
            <a:spLocks noGrp="1"/>
          </p:cNvSpPr>
          <p:nvPr>
            <p:ph sz="quarter" idx="13"/>
          </p:nvPr>
        </p:nvSpPr>
        <p:spPr>
          <a:xfrm>
            <a:off x="838200" y="2395538"/>
            <a:ext cx="10515600" cy="4097337"/>
          </a:xfrm>
        </p:spPr>
        <p:txBody>
          <a:bodyPr/>
          <a:lstStyle>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990E4242-8CA0-457D-B3B1-7D78B4164321}" type="datetime1">
              <a:rPr lang="en-US" smtClean="0"/>
              <a:pPr/>
              <a:t>5/6/2026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4259802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4EF7E11-76D4-64FA-465B-165405450121}"/>
              </a:ext>
            </a:extLst>
          </p:cNvPr>
          <p:cNvSpPr>
            <a:spLocks noGrp="1"/>
          </p:cNvSpPr>
          <p:nvPr>
            <p:ph type="title"/>
          </p:nvPr>
        </p:nvSpPr>
        <p:spPr>
          <a:xfrm>
            <a:off x="1285947" y="1296083"/>
            <a:ext cx="4353325" cy="4265835"/>
          </a:xfrm>
          <a:custGeom>
            <a:avLst/>
            <a:gdLst>
              <a:gd name="connsiteX0" fmla="*/ 2176663 w 4353325"/>
              <a:gd name="connsiteY0" fmla="*/ 0 h 4265835"/>
              <a:gd name="connsiteX1" fmla="*/ 4353325 w 4353325"/>
              <a:gd name="connsiteY1" fmla="*/ 2176662 h 4265835"/>
              <a:gd name="connsiteX2" fmla="*/ 4353325 w 4353325"/>
              <a:gd name="connsiteY2" fmla="*/ 2712923 h 4265835"/>
              <a:gd name="connsiteX3" fmla="*/ 4353325 w 4353325"/>
              <a:gd name="connsiteY3" fmla="*/ 3733873 h 4265835"/>
              <a:gd name="connsiteX4" fmla="*/ 4353325 w 4353325"/>
              <a:gd name="connsiteY4" fmla="*/ 4265835 h 4265835"/>
              <a:gd name="connsiteX5" fmla="*/ 0 w 4353325"/>
              <a:gd name="connsiteY5" fmla="*/ 4265835 h 4265835"/>
              <a:gd name="connsiteX6" fmla="*/ 0 w 4353325"/>
              <a:gd name="connsiteY6" fmla="*/ 3733873 h 4265835"/>
              <a:gd name="connsiteX7" fmla="*/ 0 w 4353325"/>
              <a:gd name="connsiteY7" fmla="*/ 2712923 h 4265835"/>
              <a:gd name="connsiteX8" fmla="*/ 0 w 4353325"/>
              <a:gd name="connsiteY8" fmla="*/ 2176662 h 4265835"/>
              <a:gd name="connsiteX9" fmla="*/ 2176663 w 4353325"/>
              <a:gd name="connsiteY9" fmla="*/ 0 h 426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53325" h="4265835">
                <a:moveTo>
                  <a:pt x="2176663" y="0"/>
                </a:moveTo>
                <a:cubicBezTo>
                  <a:pt x="3378800" y="0"/>
                  <a:pt x="4353325" y="974525"/>
                  <a:pt x="4353325" y="2176662"/>
                </a:cubicBezTo>
                <a:lnTo>
                  <a:pt x="4353325" y="2712923"/>
                </a:lnTo>
                <a:lnTo>
                  <a:pt x="4353325" y="3733873"/>
                </a:lnTo>
                <a:lnTo>
                  <a:pt x="4353325" y="4265835"/>
                </a:lnTo>
                <a:lnTo>
                  <a:pt x="0" y="4265835"/>
                </a:lnTo>
                <a:lnTo>
                  <a:pt x="0" y="3733873"/>
                </a:lnTo>
                <a:lnTo>
                  <a:pt x="0" y="2712923"/>
                </a:lnTo>
                <a:lnTo>
                  <a:pt x="0" y="2176662"/>
                </a:lnTo>
                <a:cubicBezTo>
                  <a:pt x="0" y="974525"/>
                  <a:pt x="974525" y="0"/>
                  <a:pt x="2176663" y="0"/>
                </a:cubicBezTo>
                <a:close/>
              </a:path>
            </a:pathLst>
          </a:custGeom>
          <a:ln w="6350">
            <a:solidFill>
              <a:schemeClr val="tx1"/>
            </a:solidFill>
          </a:ln>
        </p:spPr>
        <p:txBody>
          <a:bodyPr wrap="square" lIns="182880" tIns="914400" rIns="182880" anchor="ctr" anchorCtr="0">
            <a:noAutofit/>
          </a:bodyPr>
          <a:lstStyle>
            <a:lvl1pPr algn="ct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535056" y="3102182"/>
            <a:ext cx="4325112" cy="2459736"/>
          </a:xfrm>
        </p:spPr>
        <p:txBody>
          <a:bodyPr anchor="b" anchorCtr="0"/>
          <a:lstStyle>
            <a:lvl1pPr marL="0" indent="0">
              <a:buNone/>
              <a:defRPr>
                <a:solidFill>
                  <a:schemeClr val="tx1"/>
                </a:solidFill>
              </a:defRPr>
            </a:lvl1pPr>
            <a:lvl2pPr marL="228600" indent="0">
              <a:buNone/>
              <a:defRPr sz="1400">
                <a:solidFill>
                  <a:schemeClr val="tx1"/>
                </a:solidFill>
              </a:defRPr>
            </a:lvl2pPr>
            <a:lvl3pPr marL="457200" indent="0">
              <a:buNone/>
              <a:defRPr sz="1400">
                <a:solidFill>
                  <a:schemeClr val="tx1"/>
                </a:solidFill>
              </a:defRPr>
            </a:lvl3pPr>
            <a:lvl4pPr marL="685800" indent="0">
              <a:buNone/>
              <a:defRPr sz="1400">
                <a:solidFill>
                  <a:schemeClr val="tx1"/>
                </a:solidFill>
              </a:defRPr>
            </a:lvl4pPr>
            <a:lvl5pPr marL="914400" indent="0">
              <a:buNone/>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F53D6F41-6645-4089-A6BB-7B692A44A4CC}" type="datetime1">
              <a:rPr lang="en-US" smtClean="0"/>
              <a:pPr/>
              <a:t>5/6/2026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1069252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86384" y="2615184"/>
            <a:ext cx="3813048" cy="3557016"/>
          </a:xfrm>
        </p:spPr>
        <p:txBody>
          <a:bodyPr>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841248"/>
            <a:ext cx="4956175" cy="3556000"/>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258B73AF-3955-4569-8B4F-B329360A9CBD}" type="datetime1">
              <a:rPr lang="en-US" smtClean="0"/>
              <a:pPr/>
              <a:t>5/6/2026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3" name="Straight Connector 2">
            <a:extLst>
              <a:ext uri="{FF2B5EF4-FFF2-40B4-BE49-F238E27FC236}">
                <a16:creationId xmlns:a16="http://schemas.microsoft.com/office/drawing/2014/main" id="{EF4378AB-83E7-8777-F6CD-8F19BA4FEE73}"/>
              </a:ext>
              <a:ext uri="{C183D7F6-B498-43B3-948B-1728B52AA6E4}">
                <adec:decorative xmlns:adec="http://schemas.microsoft.com/office/drawing/2017/decorative" val="1"/>
              </a:ext>
            </a:extLst>
          </p:cNvPr>
          <p:cNvCxnSpPr>
            <a:cxnSpLocks/>
          </p:cNvCxnSpPr>
          <p:nvPr/>
        </p:nvCxnSpPr>
        <p:spPr>
          <a:xfrm flipV="1">
            <a:off x="501620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26808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358617"/>
            <a:ext cx="4145582" cy="4818062"/>
          </a:xfrm>
        </p:spPr>
        <p:txBody>
          <a:bodyPr>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723954" y="841248"/>
            <a:ext cx="5681662" cy="4818062"/>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8695276D-BBED-48BC-B459-1E9A16CF46CD}" type="datetime1">
              <a:rPr lang="en-US" smtClean="0"/>
              <a:pPr/>
              <a:t>5/6/2026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3" name="Straight Connector 2">
            <a:extLst>
              <a:ext uri="{FF2B5EF4-FFF2-40B4-BE49-F238E27FC236}">
                <a16:creationId xmlns:a16="http://schemas.microsoft.com/office/drawing/2014/main" id="{7E04C821-A160-CE80-AFE2-D2549F9F2A41}"/>
              </a:ext>
              <a:ext uri="{C183D7F6-B498-43B3-948B-1728B52AA6E4}">
                <adec:decorative xmlns:adec="http://schemas.microsoft.com/office/drawing/2017/decorative" val="1"/>
              </a:ext>
            </a:extLst>
          </p:cNvPr>
          <p:cNvCxnSpPr>
            <a:cxnSpLocks/>
          </p:cNvCxnSpPr>
          <p:nvPr userDrawn="1"/>
        </p:nvCxnSpPr>
        <p:spPr>
          <a:xfrm flipV="1">
            <a:off x="5250118"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292115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841248"/>
            <a:ext cx="2999232" cy="5184648"/>
          </a:xfrm>
        </p:spPr>
        <p:txBody>
          <a:bodyPr anchor="t" anchorCtr="0">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66926" y="841248"/>
            <a:ext cx="6260154" cy="5184648"/>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B0ADC593-EA98-4C39-A75F-3F3A9C691019}" type="datetime1">
              <a:rPr lang="en-US" smtClean="0"/>
              <a:pPr/>
              <a:t>5/6/2026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3" name="Straight Connector 2">
            <a:extLst>
              <a:ext uri="{FF2B5EF4-FFF2-40B4-BE49-F238E27FC236}">
                <a16:creationId xmlns:a16="http://schemas.microsoft.com/office/drawing/2014/main" id="{C8293A07-68F2-BD10-B738-E87F3F3D8CF3}"/>
              </a:ext>
              <a:ext uri="{C183D7F6-B498-43B3-948B-1728B52AA6E4}">
                <adec:decorative xmlns:adec="http://schemas.microsoft.com/office/drawing/2017/decorative" val="1"/>
              </a:ext>
            </a:extLst>
          </p:cNvPr>
          <p:cNvCxnSpPr>
            <a:cxnSpLocks/>
          </p:cNvCxnSpPr>
          <p:nvPr/>
        </p:nvCxnSpPr>
        <p:spPr>
          <a:xfrm flipV="1">
            <a:off x="418221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596717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1152" y="990511"/>
            <a:ext cx="2565593" cy="1858941"/>
          </a:xfrm>
        </p:spPr>
        <p:txBody>
          <a:bodyPr anchor="b"/>
          <a:lstStyle>
            <a:lvl1pPr>
              <a:defRPr lang="en-US" sz="3200" kern="1200" dirty="0">
                <a:solidFill>
                  <a:schemeClr val="tx1"/>
                </a:solidFill>
                <a:latin typeface="+mj-lt"/>
                <a:ea typeface="+mj-ea"/>
                <a:cs typeface="+mj-cs"/>
              </a:defRPr>
            </a:lvl1pPr>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lvl1pPr marL="0" indent="0">
              <a:buFont typeface="Arial" panose="020B0604020202020204" pitchFamily="34" charse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2271" y="3011335"/>
            <a:ext cx="2559977" cy="2656250"/>
          </a:xfrm>
        </p:spPr>
        <p:txBody>
          <a:bodyPr vert="horz" lIns="91440" tIns="45720" rIns="91440" bIns="45720" rtlCol="0">
            <a:normAutofit/>
          </a:bodyPr>
          <a:lstStyle>
            <a:lvl1pPr marL="0" indent="0">
              <a:buNone/>
              <a:defRPr lang="en-US"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5">
            <a:extLst>
              <a:ext uri="{FF2B5EF4-FFF2-40B4-BE49-F238E27FC236}">
                <a16:creationId xmlns:a16="http://schemas.microsoft.com/office/drawing/2014/main" id="{8BD5A515-9970-0784-7927-52F94C270B46}"/>
              </a:ext>
            </a:extLst>
          </p:cNvPr>
          <p:cNvSpPr>
            <a:spLocks noGrp="1"/>
          </p:cNvSpPr>
          <p:nvPr>
            <p:ph type="ftr" sz="quarter" idx="16"/>
          </p:nvPr>
        </p:nvSpPr>
        <p:spPr>
          <a:xfrm rot="5400000">
            <a:off x="10292564" y="1592958"/>
            <a:ext cx="2973522" cy="365125"/>
          </a:xfrm>
        </p:spPr>
        <p:txBody>
          <a:bodyPr/>
          <a:lstStyle>
            <a:lvl1pPr algn="l">
              <a:defRPr>
                <a:solidFill>
                  <a:schemeClr val="tx1"/>
                </a:solidFill>
              </a:defRPr>
            </a:lvl1pPr>
          </a:lstStyle>
          <a:p>
            <a:r>
              <a:rPr lang="en-US"/>
              <a:t>Sample Footer Text</a:t>
            </a:r>
          </a:p>
        </p:txBody>
      </p:sp>
      <p:sp>
        <p:nvSpPr>
          <p:cNvPr id="9" name="Date Placeholder 4">
            <a:extLst>
              <a:ext uri="{FF2B5EF4-FFF2-40B4-BE49-F238E27FC236}">
                <a16:creationId xmlns:a16="http://schemas.microsoft.com/office/drawing/2014/main" id="{8523CCEC-6BB2-B704-95E2-87FED823C5BD}"/>
              </a:ext>
            </a:extLst>
          </p:cNvPr>
          <p:cNvSpPr>
            <a:spLocks noGrp="1"/>
          </p:cNvSpPr>
          <p:nvPr>
            <p:ph type="dt" sz="half" idx="15"/>
          </p:nvPr>
        </p:nvSpPr>
        <p:spPr>
          <a:xfrm rot="5400000">
            <a:off x="10425981" y="4687095"/>
            <a:ext cx="2706690" cy="365125"/>
          </a:xfrm>
        </p:spPr>
        <p:txBody>
          <a:bodyPr/>
          <a:lstStyle>
            <a:lvl1pPr>
              <a:defRPr>
                <a:solidFill>
                  <a:schemeClr val="tx1"/>
                </a:solidFill>
              </a:defRPr>
            </a:lvl1pPr>
          </a:lstStyle>
          <a:p>
            <a:fld id="{7FA43F5B-065E-43CE-B3FD-98C48A6F94D7}" type="datetime1">
              <a:rPr lang="en-US" smtClean="0"/>
              <a:pPr/>
              <a:t>5/6/2026</a:t>
            </a:fld>
            <a:endParaRPr lang="en-US"/>
          </a:p>
        </p:txBody>
      </p:sp>
      <p:sp>
        <p:nvSpPr>
          <p:cNvPr id="11" name="Slide Number Placeholder 6">
            <a:extLst>
              <a:ext uri="{FF2B5EF4-FFF2-40B4-BE49-F238E27FC236}">
                <a16:creationId xmlns:a16="http://schemas.microsoft.com/office/drawing/2014/main" id="{1208465C-8C77-73BF-D18F-D01907BAC864}"/>
              </a:ext>
            </a:extLst>
          </p:cNvPr>
          <p:cNvSpPr>
            <a:spLocks noGrp="1"/>
          </p:cNvSpPr>
          <p:nvPr>
            <p:ph type="sldNum" sz="quarter" idx="17"/>
          </p:nvPr>
        </p:nvSpPr>
        <p:spPr>
          <a:xfrm>
            <a:off x="11512296" y="6356350"/>
            <a:ext cx="574620" cy="365125"/>
          </a:xfrm>
        </p:spPr>
        <p:txBody>
          <a:bodyPr/>
          <a:lstStyle>
            <a:lvl1pPr>
              <a:defRPr>
                <a:solidFill>
                  <a:schemeClr val="tx1"/>
                </a:solidFill>
              </a:defRPr>
            </a:lvl1pPr>
          </a:lstStyle>
          <a:p>
            <a:fld id="{2DE90F28-AFBB-4AB2-AA79-6D3F72ED131B}" type="slidenum">
              <a:rPr lang="en-US" smtClean="0"/>
              <a:pPr/>
              <a:t>‹#›</a:t>
            </a:fld>
            <a:endParaRPr lang="en-US"/>
          </a:p>
        </p:txBody>
      </p:sp>
      <p:cxnSp>
        <p:nvCxnSpPr>
          <p:cNvPr id="3" name="Straight Connector 2">
            <a:extLst>
              <a:ext uri="{FF2B5EF4-FFF2-40B4-BE49-F238E27FC236}">
                <a16:creationId xmlns:a16="http://schemas.microsoft.com/office/drawing/2014/main" id="{50E2A219-E459-07B3-1ED3-CBF7D239BE08}"/>
              </a:ext>
              <a:ext uri="{C183D7F6-B498-43B3-948B-1728B52AA6E4}">
                <adec:decorative xmlns:adec="http://schemas.microsoft.com/office/drawing/2017/decorative" val="1"/>
              </a:ext>
            </a:extLst>
          </p:cNvPr>
          <p:cNvCxnSpPr>
            <a:cxnSpLocks/>
          </p:cNvCxnSpPr>
          <p:nvPr userDrawn="1"/>
        </p:nvCxnSpPr>
        <p:spPr>
          <a:xfrm>
            <a:off x="832057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92504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990511"/>
            <a:ext cx="2724240" cy="1858941"/>
          </a:xfrm>
        </p:spPr>
        <p:txBody>
          <a:bodyPr anchor="b"/>
          <a:lstStyle>
            <a:lvl1pPr>
              <a:defRPr lang="en-US" sz="3200" kern="1200" dirty="0">
                <a:solidFill>
                  <a:schemeClr val="tx1"/>
                </a:solidFill>
                <a:latin typeface="+mj-lt"/>
                <a:ea typeface="+mj-ea"/>
                <a:cs typeface="+mj-cs"/>
              </a:defRPr>
            </a:lvl1pPr>
          </a:lstStyle>
          <a:p>
            <a:r>
              <a:rPr lang="en-US"/>
              <a:t>Click to edit Master title style</a:t>
            </a:r>
          </a:p>
        </p:txBody>
      </p:sp>
      <p:sp>
        <p:nvSpPr>
          <p:cNvPr id="3" name="Footer Placeholder 5">
            <a:extLst>
              <a:ext uri="{FF2B5EF4-FFF2-40B4-BE49-F238E27FC236}">
                <a16:creationId xmlns:a16="http://schemas.microsoft.com/office/drawing/2014/main" id="{8B89DDCA-87DB-0908-C1FE-D16DEF719208}"/>
              </a:ext>
            </a:extLst>
          </p:cNvPr>
          <p:cNvSpPr>
            <a:spLocks noGrp="1"/>
          </p:cNvSpPr>
          <p:nvPr>
            <p:ph type="ftr" sz="quarter" idx="16"/>
          </p:nvPr>
        </p:nvSpPr>
        <p:spPr>
          <a:xfrm rot="16200000" flipH="1">
            <a:off x="-1131161" y="1592957"/>
            <a:ext cx="2973522" cy="365125"/>
          </a:xfrm>
        </p:spPr>
        <p:txBody>
          <a:bodyPr/>
          <a:lstStyle>
            <a:lvl1pPr>
              <a:defRPr>
                <a:solidFill>
                  <a:schemeClr val="tx1"/>
                </a:solidFill>
              </a:defRPr>
            </a:lvl1pPr>
          </a:lstStyle>
          <a:p>
            <a:r>
              <a:rPr lang="en-US"/>
              <a:t>Sample Footer Text</a:t>
            </a:r>
          </a:p>
        </p:txBody>
      </p:sp>
      <p:sp>
        <p:nvSpPr>
          <p:cNvPr id="4" name="Date Placeholder 4">
            <a:extLst>
              <a:ext uri="{FF2B5EF4-FFF2-40B4-BE49-F238E27FC236}">
                <a16:creationId xmlns:a16="http://schemas.microsoft.com/office/drawing/2014/main" id="{8EBE519D-028D-D854-9791-84D8B687B3A9}"/>
              </a:ext>
            </a:extLst>
          </p:cNvPr>
          <p:cNvSpPr>
            <a:spLocks noGrp="1"/>
          </p:cNvSpPr>
          <p:nvPr>
            <p:ph type="dt" sz="half" idx="15"/>
          </p:nvPr>
        </p:nvSpPr>
        <p:spPr>
          <a:xfrm rot="16200000" flipH="1">
            <a:off x="-997746" y="4594946"/>
            <a:ext cx="2706690" cy="365125"/>
          </a:xfrm>
        </p:spPr>
        <p:txBody>
          <a:bodyPr/>
          <a:lstStyle>
            <a:lvl1pPr algn="l">
              <a:defRPr>
                <a:solidFill>
                  <a:schemeClr val="tx1"/>
                </a:solidFill>
              </a:defRPr>
            </a:lvl1pPr>
          </a:lstStyle>
          <a:p>
            <a:fld id="{7FA43F5B-065E-43CE-B3FD-98C48A6F94D7}" type="datetime1">
              <a:rPr lang="en-US" smtClean="0"/>
              <a:pPr/>
              <a:t>5/6/2026</a:t>
            </a:fld>
            <a:endParaRPr lang="en-US"/>
          </a:p>
        </p:txBody>
      </p:sp>
      <p:sp>
        <p:nvSpPr>
          <p:cNvPr id="9" name="Slide Number Placeholder 6">
            <a:extLst>
              <a:ext uri="{FF2B5EF4-FFF2-40B4-BE49-F238E27FC236}">
                <a16:creationId xmlns:a16="http://schemas.microsoft.com/office/drawing/2014/main" id="{EAF697B0-B4E5-EE0F-75F1-242A9E4FB1F7}"/>
              </a:ext>
            </a:extLst>
          </p:cNvPr>
          <p:cNvSpPr>
            <a:spLocks noGrp="1"/>
          </p:cNvSpPr>
          <p:nvPr>
            <p:ph type="sldNum" sz="quarter" idx="17"/>
          </p:nvPr>
        </p:nvSpPr>
        <p:spPr>
          <a:xfrm>
            <a:off x="88569" y="6264201"/>
            <a:ext cx="574620" cy="365125"/>
          </a:xfrm>
        </p:spPr>
        <p:txBody>
          <a:bodyPr/>
          <a:lstStyle>
            <a:lvl1pPr>
              <a:defRPr>
                <a:solidFill>
                  <a:schemeClr val="tx1"/>
                </a:solidFill>
              </a:defRPr>
            </a:lvl1pPr>
          </a:lstStyle>
          <a:p>
            <a:fld id="{2DE90F28-AFBB-4AB2-AA79-6D3F72ED131B}" type="slidenum">
              <a:rPr lang="en-US" smtClean="0"/>
              <a:pPr/>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0" y="3011335"/>
            <a:ext cx="2718277" cy="2656250"/>
          </a:xfrm>
        </p:spPr>
        <p:txBody>
          <a:bodyPr vert="horz" lIns="91440" tIns="45720" rIns="91440" bIns="45720" rtlCol="0">
            <a:normAutofit/>
          </a:bodyPr>
          <a:lstStyle>
            <a:lvl1pPr marL="0" indent="0">
              <a:buNone/>
              <a:defRPr lang="en-US"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3865677"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lvl1pPr marL="0" indent="0">
              <a:buFont typeface="Arial" panose="020B0604020202020204" pitchFamily="34" charset="0"/>
              <a:buNone/>
              <a:defRPr/>
            </a:lvl1pPr>
          </a:lstStyle>
          <a:p>
            <a:r>
              <a:rPr lang="en-US"/>
              <a:t> </a:t>
            </a:r>
          </a:p>
        </p:txBody>
      </p:sp>
      <p:cxnSp>
        <p:nvCxnSpPr>
          <p:cNvPr id="5" name="Straight Connector 4">
            <a:extLst>
              <a:ext uri="{FF2B5EF4-FFF2-40B4-BE49-F238E27FC236}">
                <a16:creationId xmlns:a16="http://schemas.microsoft.com/office/drawing/2014/main" id="{EA233B23-1BCB-72C2-12F6-A6A2A66483EC}"/>
              </a:ext>
              <a:ext uri="{C183D7F6-B498-43B3-948B-1728B52AA6E4}">
                <adec:decorative xmlns:adec="http://schemas.microsoft.com/office/drawing/2017/decorative" val="1"/>
              </a:ext>
            </a:extLst>
          </p:cNvPr>
          <p:cNvCxnSpPr>
            <a:cxnSpLocks/>
          </p:cNvCxnSpPr>
          <p:nvPr userDrawn="1"/>
        </p:nvCxnSpPr>
        <p:spPr>
          <a:xfrm>
            <a:off x="3859058"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460698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03520" y="548640"/>
            <a:ext cx="6093225" cy="1143000"/>
          </a:xfrm>
        </p:spPr>
        <p:txBody>
          <a:bodyPr anchor="b">
            <a:no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93885"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03520" y="1828800"/>
            <a:ext cx="6071616"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DF483F68-3490-71E7-A7DA-DA46BC485F75}"/>
              </a:ext>
              <a:ext uri="{C183D7F6-B498-43B3-948B-1728B52AA6E4}">
                <adec:decorative xmlns:adec="http://schemas.microsoft.com/office/drawing/2017/decorative" val="1"/>
              </a:ext>
            </a:extLst>
          </p:cNvPr>
          <p:cNvCxnSpPr>
            <a:cxnSpLocks/>
          </p:cNvCxnSpPr>
          <p:nvPr/>
        </p:nvCxnSpPr>
        <p:spPr>
          <a:xfrm>
            <a:off x="479715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59345FA4-0621-D8F1-73D0-046B7F4D7713}"/>
              </a:ext>
            </a:extLst>
          </p:cNvPr>
          <p:cNvSpPr>
            <a:spLocks noGrp="1"/>
          </p:cNvSpPr>
          <p:nvPr>
            <p:ph type="dt" sz="half" idx="15"/>
          </p:nvPr>
        </p:nvSpPr>
        <p:spPr>
          <a:xfrm rot="5400000">
            <a:off x="10425981" y="4687095"/>
            <a:ext cx="2706690" cy="365125"/>
          </a:xfrm>
        </p:spPr>
        <p:txBody>
          <a:bodyPr/>
          <a:lstStyle/>
          <a:p>
            <a:fld id="{7FA43F5B-065E-43CE-B3FD-98C48A6F94D7}" type="datetime1">
              <a:rPr lang="en-US" smtClean="0"/>
              <a:pPr/>
              <a:t>5/6/2026</a:t>
            </a:fld>
            <a:endParaRPr lang="en-US"/>
          </a:p>
        </p:txBody>
      </p:sp>
      <p:sp>
        <p:nvSpPr>
          <p:cNvPr id="9" name="Footer Placeholder 8">
            <a:extLst>
              <a:ext uri="{FF2B5EF4-FFF2-40B4-BE49-F238E27FC236}">
                <a16:creationId xmlns:a16="http://schemas.microsoft.com/office/drawing/2014/main" id="{84C51678-E871-8AD4-08DA-BF7B7013A356}"/>
              </a:ext>
            </a:extLst>
          </p:cNvPr>
          <p:cNvSpPr>
            <a:spLocks noGrp="1"/>
          </p:cNvSpPr>
          <p:nvPr>
            <p:ph type="ftr" sz="quarter" idx="16"/>
          </p:nvPr>
        </p:nvSpPr>
        <p:spPr>
          <a:xfrm rot="16200000" flipH="1">
            <a:off x="10292565" y="1592957"/>
            <a:ext cx="2973522"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3CD01CE4-E064-7D2F-7D3A-9DA85E2777F2}"/>
              </a:ext>
            </a:extLst>
          </p:cNvPr>
          <p:cNvSpPr>
            <a:spLocks noGrp="1"/>
          </p:cNvSpPr>
          <p:nvPr>
            <p:ph type="sldNum" sz="quarter" idx="17"/>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99329804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48640"/>
            <a:ext cx="6135624" cy="1143000"/>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828800"/>
            <a:ext cx="6135624"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6" name="Straight Connector 5">
            <a:extLst>
              <a:ext uri="{FF2B5EF4-FFF2-40B4-BE49-F238E27FC236}">
                <a16:creationId xmlns:a16="http://schemas.microsoft.com/office/drawing/2014/main" id="{9BC07157-DE89-FE2F-0547-2E4055913A13}"/>
              </a:ext>
              <a:ext uri="{C183D7F6-B498-43B3-948B-1728B52AA6E4}">
                <adec:decorative xmlns:adec="http://schemas.microsoft.com/office/drawing/2017/decorative" val="1"/>
              </a:ext>
            </a:extLst>
          </p:cNvPr>
          <p:cNvCxnSpPr>
            <a:cxnSpLocks/>
          </p:cNvCxnSpPr>
          <p:nvPr/>
        </p:nvCxnSpPr>
        <p:spPr>
          <a:xfrm>
            <a:off x="7382022"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EF7A0C5A-6673-53CC-030B-67BA133D9741}"/>
              </a:ext>
            </a:extLst>
          </p:cNvPr>
          <p:cNvSpPr>
            <a:spLocks noGrp="1"/>
          </p:cNvSpPr>
          <p:nvPr>
            <p:ph type="dt" sz="half" idx="15"/>
          </p:nvPr>
        </p:nvSpPr>
        <p:spPr>
          <a:xfrm rot="5400000">
            <a:off x="-997745" y="4687095"/>
            <a:ext cx="2706690" cy="365125"/>
          </a:xfrm>
        </p:spPr>
        <p:txBody>
          <a:bodyPr/>
          <a:lstStyle/>
          <a:p>
            <a:fld id="{7FA43F5B-065E-43CE-B3FD-98C48A6F94D7}" type="datetime1">
              <a:rPr lang="en-US" smtClean="0"/>
              <a:pPr/>
              <a:t>5/6/2026</a:t>
            </a:fld>
            <a:endParaRPr lang="en-US"/>
          </a:p>
        </p:txBody>
      </p:sp>
      <p:sp>
        <p:nvSpPr>
          <p:cNvPr id="7" name="Footer Placeholder 6">
            <a:extLst>
              <a:ext uri="{FF2B5EF4-FFF2-40B4-BE49-F238E27FC236}">
                <a16:creationId xmlns:a16="http://schemas.microsoft.com/office/drawing/2014/main" id="{92521688-F793-E4F2-732B-EEE6F58B758E}"/>
              </a:ext>
            </a:extLst>
          </p:cNvPr>
          <p:cNvSpPr>
            <a:spLocks noGrp="1"/>
          </p:cNvSpPr>
          <p:nvPr>
            <p:ph type="ftr" sz="quarter" idx="16"/>
          </p:nvPr>
        </p:nvSpPr>
        <p:spPr>
          <a:xfrm rot="16200000" flipH="1">
            <a:off x="-1131161" y="1592957"/>
            <a:ext cx="2973522"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2DDBE29E-7417-B57C-BA94-1DBC14BE461B}"/>
              </a:ext>
            </a:extLst>
          </p:cNvPr>
          <p:cNvSpPr>
            <a:spLocks noGrp="1"/>
          </p:cNvSpPr>
          <p:nvPr>
            <p:ph type="sldNum" sz="quarter" idx="17"/>
          </p:nvPr>
        </p:nvSpPr>
        <p:spPr>
          <a:xfrm>
            <a:off x="51117" y="6356350"/>
            <a:ext cx="574620" cy="365125"/>
          </a:xfrm>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101608059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480560" y="320040"/>
            <a:ext cx="6858000" cy="932688"/>
          </a:xfrm>
        </p:spPr>
        <p:txBody>
          <a:bodyPr anchor="b">
            <a:no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480560" y="1380744"/>
            <a:ext cx="6858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466BBA9B-B728-DC67-AD0E-8B0CD6B2553B}"/>
              </a:ext>
              <a:ext uri="{C183D7F6-B498-43B3-948B-1728B52AA6E4}">
                <adec:decorative xmlns:adec="http://schemas.microsoft.com/office/drawing/2017/decorative" val="1"/>
              </a:ext>
            </a:extLst>
          </p:cNvPr>
          <p:cNvCxnSpPr>
            <a:cxnSpLocks/>
          </p:cNvCxnSpPr>
          <p:nvPr userDrawn="1"/>
        </p:nvCxnSpPr>
        <p:spPr>
          <a:xfrm>
            <a:off x="401402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Date Placeholder 5">
            <a:extLst>
              <a:ext uri="{FF2B5EF4-FFF2-40B4-BE49-F238E27FC236}">
                <a16:creationId xmlns:a16="http://schemas.microsoft.com/office/drawing/2014/main" id="{9CD3AF4A-6CE8-D602-8B43-2DBEE16BF05E}"/>
              </a:ext>
            </a:extLst>
          </p:cNvPr>
          <p:cNvSpPr>
            <a:spLocks noGrp="1"/>
          </p:cNvSpPr>
          <p:nvPr>
            <p:ph type="dt" sz="half" idx="15"/>
          </p:nvPr>
        </p:nvSpPr>
        <p:spPr>
          <a:xfrm rot="5400000">
            <a:off x="10425981" y="4687095"/>
            <a:ext cx="2706690" cy="365125"/>
          </a:xfrm>
        </p:spPr>
        <p:txBody>
          <a:bodyPr/>
          <a:lstStyle/>
          <a:p>
            <a:fld id="{7FA43F5B-065E-43CE-B3FD-98C48A6F94D7}" type="datetime1">
              <a:rPr lang="en-US" smtClean="0"/>
              <a:pPr/>
              <a:t>5/6/2026</a:t>
            </a:fld>
            <a:endParaRPr lang="en-US"/>
          </a:p>
        </p:txBody>
      </p:sp>
      <p:sp>
        <p:nvSpPr>
          <p:cNvPr id="9" name="Footer Placeholder 8">
            <a:extLst>
              <a:ext uri="{FF2B5EF4-FFF2-40B4-BE49-F238E27FC236}">
                <a16:creationId xmlns:a16="http://schemas.microsoft.com/office/drawing/2014/main" id="{767E8268-A223-BA56-F272-53477C7091D7}"/>
              </a:ext>
            </a:extLst>
          </p:cNvPr>
          <p:cNvSpPr>
            <a:spLocks noGrp="1"/>
          </p:cNvSpPr>
          <p:nvPr>
            <p:ph type="ftr" sz="quarter" idx="16"/>
          </p:nvPr>
        </p:nvSpPr>
        <p:spPr>
          <a:xfrm rot="16200000" flipH="1">
            <a:off x="10292565" y="1592957"/>
            <a:ext cx="2973522"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94F7843C-45BC-E180-EC40-8C80397FBC9E}"/>
              </a:ext>
            </a:extLst>
          </p:cNvPr>
          <p:cNvSpPr>
            <a:spLocks noGrp="1"/>
          </p:cNvSpPr>
          <p:nvPr>
            <p:ph type="sldNum" sz="quarter" idx="17"/>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212076851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6858000" cy="932688"/>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380744"/>
            <a:ext cx="6858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4" name="Straight Connector 3">
            <a:extLst>
              <a:ext uri="{FF2B5EF4-FFF2-40B4-BE49-F238E27FC236}">
                <a16:creationId xmlns:a16="http://schemas.microsoft.com/office/drawing/2014/main" id="{3C626C00-7A36-46A2-880D-F484910B3412}"/>
              </a:ext>
              <a:ext uri="{C183D7F6-B498-43B3-948B-1728B52AA6E4}">
                <adec:decorative xmlns:adec="http://schemas.microsoft.com/office/drawing/2017/decorative" val="1"/>
              </a:ext>
            </a:extLst>
          </p:cNvPr>
          <p:cNvCxnSpPr>
            <a:cxnSpLocks/>
          </p:cNvCxnSpPr>
          <p:nvPr userDrawn="1"/>
        </p:nvCxnSpPr>
        <p:spPr>
          <a:xfrm>
            <a:off x="8077761"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68FF6D8B-36A2-DF79-CDB9-885694DCA71D}"/>
              </a:ext>
            </a:extLst>
          </p:cNvPr>
          <p:cNvSpPr>
            <a:spLocks noGrp="1"/>
          </p:cNvSpPr>
          <p:nvPr>
            <p:ph type="dt" sz="half" idx="15"/>
          </p:nvPr>
        </p:nvSpPr>
        <p:spPr>
          <a:xfrm rot="5400000">
            <a:off x="-997745" y="4687095"/>
            <a:ext cx="2706690" cy="365125"/>
          </a:xfrm>
        </p:spPr>
        <p:txBody>
          <a:bodyPr/>
          <a:lstStyle/>
          <a:p>
            <a:fld id="{7FA43F5B-065E-43CE-B3FD-98C48A6F94D7}" type="datetime1">
              <a:rPr lang="en-US" smtClean="0"/>
              <a:pPr/>
              <a:t>5/6/2026</a:t>
            </a:fld>
            <a:endParaRPr lang="en-US"/>
          </a:p>
        </p:txBody>
      </p:sp>
      <p:sp>
        <p:nvSpPr>
          <p:cNvPr id="5" name="Footer Placeholder 4">
            <a:extLst>
              <a:ext uri="{FF2B5EF4-FFF2-40B4-BE49-F238E27FC236}">
                <a16:creationId xmlns:a16="http://schemas.microsoft.com/office/drawing/2014/main" id="{63A2396A-E38F-CC9C-7303-71F99D082082}"/>
              </a:ext>
            </a:extLst>
          </p:cNvPr>
          <p:cNvSpPr>
            <a:spLocks noGrp="1"/>
          </p:cNvSpPr>
          <p:nvPr>
            <p:ph type="ftr" sz="quarter" idx="16"/>
          </p:nvPr>
        </p:nvSpPr>
        <p:spPr>
          <a:xfrm rot="16200000" flipH="1">
            <a:off x="-1131161" y="1592957"/>
            <a:ext cx="2973522" cy="365125"/>
          </a:xfrm>
        </p:spPr>
        <p:txBody>
          <a:bodyPr/>
          <a:lstStyle/>
          <a:p>
            <a:r>
              <a:rPr lang="en-US"/>
              <a:t>Sample Footer Text</a:t>
            </a:r>
          </a:p>
        </p:txBody>
      </p:sp>
      <p:sp>
        <p:nvSpPr>
          <p:cNvPr id="6" name="Slide Number Placeholder 5">
            <a:extLst>
              <a:ext uri="{FF2B5EF4-FFF2-40B4-BE49-F238E27FC236}">
                <a16:creationId xmlns:a16="http://schemas.microsoft.com/office/drawing/2014/main" id="{483B0E4B-031C-4F2A-1993-D824DD71F7DE}"/>
              </a:ext>
            </a:extLst>
          </p:cNvPr>
          <p:cNvSpPr>
            <a:spLocks noGrp="1"/>
          </p:cNvSpPr>
          <p:nvPr>
            <p:ph type="sldNum" sz="quarter" idx="17"/>
          </p:nvPr>
        </p:nvSpPr>
        <p:spPr>
          <a:xfrm>
            <a:off x="51117" y="6356350"/>
            <a:ext cx="574620" cy="365125"/>
          </a:xfrm>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97573785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32320" y="584339"/>
            <a:ext cx="4361688" cy="1261714"/>
          </a:xfrm>
        </p:spPr>
        <p:txBody>
          <a:bodyPr anchor="b">
            <a:no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6611509"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lang="en-US"/>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32320" y="1979463"/>
            <a:ext cx="4362450" cy="43292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FFBFE376-D742-D564-3921-9EE06C25A99D}"/>
              </a:ext>
              <a:ext uri="{C183D7F6-B498-43B3-948B-1728B52AA6E4}">
                <adec:decorative xmlns:adec="http://schemas.microsoft.com/office/drawing/2017/decorative" val="1"/>
              </a:ext>
            </a:extLst>
          </p:cNvPr>
          <p:cNvCxnSpPr>
            <a:cxnSpLocks/>
          </p:cNvCxnSpPr>
          <p:nvPr userDrawn="1"/>
        </p:nvCxnSpPr>
        <p:spPr>
          <a:xfrm>
            <a:off x="661601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Date Placeholder 5">
            <a:extLst>
              <a:ext uri="{FF2B5EF4-FFF2-40B4-BE49-F238E27FC236}">
                <a16:creationId xmlns:a16="http://schemas.microsoft.com/office/drawing/2014/main" id="{95BE6B84-4C67-D49C-27F8-C862E16A8FF8}"/>
              </a:ext>
            </a:extLst>
          </p:cNvPr>
          <p:cNvSpPr>
            <a:spLocks noGrp="1"/>
          </p:cNvSpPr>
          <p:nvPr>
            <p:ph type="dt" sz="half" idx="15"/>
          </p:nvPr>
        </p:nvSpPr>
        <p:spPr>
          <a:xfrm rot="5400000">
            <a:off x="10425981" y="4687095"/>
            <a:ext cx="2706690" cy="365125"/>
          </a:xfrm>
        </p:spPr>
        <p:txBody>
          <a:bodyPr/>
          <a:lstStyle/>
          <a:p>
            <a:fld id="{7FA43F5B-065E-43CE-B3FD-98C48A6F94D7}" type="datetime1">
              <a:rPr lang="en-US" smtClean="0"/>
              <a:pPr/>
              <a:t>5/6/2026</a:t>
            </a:fld>
            <a:endParaRPr lang="en-US"/>
          </a:p>
        </p:txBody>
      </p:sp>
      <p:sp>
        <p:nvSpPr>
          <p:cNvPr id="7" name="Footer Placeholder 6">
            <a:extLst>
              <a:ext uri="{FF2B5EF4-FFF2-40B4-BE49-F238E27FC236}">
                <a16:creationId xmlns:a16="http://schemas.microsoft.com/office/drawing/2014/main" id="{38CDB1B9-EC53-82AC-9108-F0D1BBC43917}"/>
              </a:ext>
            </a:extLst>
          </p:cNvPr>
          <p:cNvSpPr>
            <a:spLocks noGrp="1"/>
          </p:cNvSpPr>
          <p:nvPr>
            <p:ph type="ftr" sz="quarter" idx="16"/>
          </p:nvPr>
        </p:nvSpPr>
        <p:spPr>
          <a:xfrm rot="16200000" flipH="1">
            <a:off x="10292565" y="1592957"/>
            <a:ext cx="2973522"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E60BD4C5-5651-77FA-20CA-3D813654A922}"/>
              </a:ext>
            </a:extLst>
          </p:cNvPr>
          <p:cNvSpPr>
            <a:spLocks noGrp="1"/>
          </p:cNvSpPr>
          <p:nvPr>
            <p:ph type="sldNum" sz="quarter" idx="17"/>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331616023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83413"/>
            <a:ext cx="4361688" cy="1262639"/>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979461"/>
            <a:ext cx="4360863" cy="432926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745480" y="0"/>
            <a:ext cx="6446520"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1481977D-48BC-F135-96F9-1655E4BEE673}"/>
              </a:ext>
              <a:ext uri="{C183D7F6-B498-43B3-948B-1728B52AA6E4}">
                <adec:decorative xmlns:adec="http://schemas.microsoft.com/office/drawing/2017/decorative" val="1"/>
              </a:ext>
            </a:extLst>
          </p:cNvPr>
          <p:cNvCxnSpPr>
            <a:cxnSpLocks/>
          </p:cNvCxnSpPr>
          <p:nvPr userDrawn="1"/>
        </p:nvCxnSpPr>
        <p:spPr>
          <a:xfrm>
            <a:off x="573212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EA981C2C-E0DD-29A7-8209-50D664881524}"/>
              </a:ext>
            </a:extLst>
          </p:cNvPr>
          <p:cNvSpPr>
            <a:spLocks noGrp="1"/>
          </p:cNvSpPr>
          <p:nvPr>
            <p:ph type="dt" sz="half" idx="15"/>
          </p:nvPr>
        </p:nvSpPr>
        <p:spPr>
          <a:xfrm rot="5400000">
            <a:off x="-997745" y="4687095"/>
            <a:ext cx="2706690" cy="365125"/>
          </a:xfrm>
        </p:spPr>
        <p:txBody>
          <a:bodyPr/>
          <a:lstStyle/>
          <a:p>
            <a:fld id="{7FA43F5B-065E-43CE-B3FD-98C48A6F94D7}" type="datetime1">
              <a:rPr lang="en-US" smtClean="0"/>
              <a:pPr/>
              <a:t>5/6/2026</a:t>
            </a:fld>
            <a:endParaRPr lang="en-US"/>
          </a:p>
        </p:txBody>
      </p:sp>
      <p:sp>
        <p:nvSpPr>
          <p:cNvPr id="6" name="Footer Placeholder 4">
            <a:extLst>
              <a:ext uri="{FF2B5EF4-FFF2-40B4-BE49-F238E27FC236}">
                <a16:creationId xmlns:a16="http://schemas.microsoft.com/office/drawing/2014/main" id="{D205369F-8CCB-402F-9055-2BF12262B54D}"/>
              </a:ext>
            </a:extLst>
          </p:cNvPr>
          <p:cNvSpPr>
            <a:spLocks noGrp="1"/>
          </p:cNvSpPr>
          <p:nvPr>
            <p:ph type="ftr" sz="quarter" idx="16"/>
          </p:nvPr>
        </p:nvSpPr>
        <p:spPr>
          <a:xfrm rot="16200000" flipH="1">
            <a:off x="-1131161" y="1592957"/>
            <a:ext cx="2973522" cy="365125"/>
          </a:xfrm>
        </p:spPr>
        <p:txBody>
          <a:bodyPr/>
          <a:lstStyle/>
          <a:p>
            <a:r>
              <a:rPr lang="en-US"/>
              <a:t>Sample Footer Text</a:t>
            </a:r>
          </a:p>
        </p:txBody>
      </p:sp>
      <p:sp>
        <p:nvSpPr>
          <p:cNvPr id="7" name="Slide Number Placeholder 5">
            <a:extLst>
              <a:ext uri="{FF2B5EF4-FFF2-40B4-BE49-F238E27FC236}">
                <a16:creationId xmlns:a16="http://schemas.microsoft.com/office/drawing/2014/main" id="{133591F2-4BD3-37D0-B00E-B2CD5F47A36C}"/>
              </a:ext>
            </a:extLst>
          </p:cNvPr>
          <p:cNvSpPr>
            <a:spLocks noGrp="1"/>
          </p:cNvSpPr>
          <p:nvPr>
            <p:ph type="sldNum" sz="quarter" idx="17"/>
          </p:nvPr>
        </p:nvSpPr>
        <p:spPr>
          <a:xfrm>
            <a:off x="51117" y="6356350"/>
            <a:ext cx="574620" cy="365125"/>
          </a:xfrm>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69854999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4572000" cy="932688"/>
          </a:xfrm>
        </p:spPr>
        <p:txBody>
          <a:bodyPr anchor="b"/>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380744"/>
            <a:ext cx="4572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917720" y="0"/>
            <a:ext cx="6274279"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B18BEB48-A052-9364-6EF6-F698004CA571}"/>
              </a:ext>
              <a:ext uri="{C183D7F6-B498-43B3-948B-1728B52AA6E4}">
                <adec:decorative xmlns:adec="http://schemas.microsoft.com/office/drawing/2017/decorative" val="1"/>
              </a:ext>
            </a:extLst>
          </p:cNvPr>
          <p:cNvCxnSpPr>
            <a:cxnSpLocks/>
          </p:cNvCxnSpPr>
          <p:nvPr userDrawn="1"/>
        </p:nvCxnSpPr>
        <p:spPr>
          <a:xfrm>
            <a:off x="591172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417D8113-ECE6-D6F5-9CA4-C96A535F4799}"/>
              </a:ext>
            </a:extLst>
          </p:cNvPr>
          <p:cNvSpPr>
            <a:spLocks noGrp="1"/>
          </p:cNvSpPr>
          <p:nvPr>
            <p:ph type="dt" sz="half" idx="15"/>
          </p:nvPr>
        </p:nvSpPr>
        <p:spPr>
          <a:xfrm rot="5400000">
            <a:off x="-997745" y="4687095"/>
            <a:ext cx="2706690" cy="365125"/>
          </a:xfrm>
        </p:spPr>
        <p:txBody>
          <a:bodyPr/>
          <a:lstStyle/>
          <a:p>
            <a:fld id="{7FA43F5B-065E-43CE-B3FD-98C48A6F94D7}" type="datetime1">
              <a:rPr lang="en-US" smtClean="0"/>
              <a:pPr/>
              <a:t>5/6/2026</a:t>
            </a:fld>
            <a:endParaRPr lang="en-US"/>
          </a:p>
        </p:txBody>
      </p:sp>
      <p:sp>
        <p:nvSpPr>
          <p:cNvPr id="6" name="Footer Placeholder 4">
            <a:extLst>
              <a:ext uri="{FF2B5EF4-FFF2-40B4-BE49-F238E27FC236}">
                <a16:creationId xmlns:a16="http://schemas.microsoft.com/office/drawing/2014/main" id="{629A0137-F97A-8194-464D-3B7D4814A8AE}"/>
              </a:ext>
            </a:extLst>
          </p:cNvPr>
          <p:cNvSpPr>
            <a:spLocks noGrp="1"/>
          </p:cNvSpPr>
          <p:nvPr>
            <p:ph type="ftr" sz="quarter" idx="16"/>
          </p:nvPr>
        </p:nvSpPr>
        <p:spPr>
          <a:xfrm rot="16200000" flipH="1">
            <a:off x="-1131161" y="1592957"/>
            <a:ext cx="2973522" cy="365125"/>
          </a:xfrm>
        </p:spPr>
        <p:txBody>
          <a:bodyPr/>
          <a:lstStyle/>
          <a:p>
            <a:r>
              <a:rPr lang="en-US"/>
              <a:t>Sample Footer Text</a:t>
            </a:r>
          </a:p>
        </p:txBody>
      </p:sp>
      <p:sp>
        <p:nvSpPr>
          <p:cNvPr id="7" name="Slide Number Placeholder 5">
            <a:extLst>
              <a:ext uri="{FF2B5EF4-FFF2-40B4-BE49-F238E27FC236}">
                <a16:creationId xmlns:a16="http://schemas.microsoft.com/office/drawing/2014/main" id="{E3FE5686-63A9-B1A1-5734-F96A96514650}"/>
              </a:ext>
            </a:extLst>
          </p:cNvPr>
          <p:cNvSpPr>
            <a:spLocks noGrp="1"/>
          </p:cNvSpPr>
          <p:nvPr>
            <p:ph type="sldNum" sz="quarter" idx="17"/>
          </p:nvPr>
        </p:nvSpPr>
        <p:spPr>
          <a:xfrm>
            <a:off x="51117" y="6356350"/>
            <a:ext cx="574620" cy="365125"/>
          </a:xfrm>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294787970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046720" y="583413"/>
            <a:ext cx="3566160" cy="1527048"/>
          </a:xfrm>
        </p:spPr>
        <p:txBody>
          <a:bodyPr anchor="b">
            <a:norm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046720" y="2212975"/>
            <a:ext cx="3566160" cy="40957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C1F1B67D-ECBB-854F-CC29-CAAA9DB18E34}"/>
              </a:ext>
              <a:ext uri="{C183D7F6-B498-43B3-948B-1728B52AA6E4}">
                <adec:decorative xmlns:adec="http://schemas.microsoft.com/office/drawing/2017/decorative" val="1"/>
              </a:ext>
            </a:extLst>
          </p:cNvPr>
          <p:cNvCxnSpPr>
            <a:cxnSpLocks/>
          </p:cNvCxnSpPr>
          <p:nvPr userDrawn="1"/>
        </p:nvCxnSpPr>
        <p:spPr>
          <a:xfrm>
            <a:off x="7582129"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Date Placeholder 4">
            <a:extLst>
              <a:ext uri="{FF2B5EF4-FFF2-40B4-BE49-F238E27FC236}">
                <a16:creationId xmlns:a16="http://schemas.microsoft.com/office/drawing/2014/main" id="{B4A8E04B-FD21-4A20-D196-257B310FD4B4}"/>
              </a:ext>
            </a:extLst>
          </p:cNvPr>
          <p:cNvSpPr>
            <a:spLocks noGrp="1"/>
          </p:cNvSpPr>
          <p:nvPr>
            <p:ph type="dt" sz="half" idx="15"/>
          </p:nvPr>
        </p:nvSpPr>
        <p:spPr>
          <a:xfrm rot="5400000">
            <a:off x="10425981" y="4687095"/>
            <a:ext cx="2706690" cy="365125"/>
          </a:xfrm>
        </p:spPr>
        <p:txBody>
          <a:bodyPr/>
          <a:lstStyle/>
          <a:p>
            <a:fld id="{7FA43F5B-065E-43CE-B3FD-98C48A6F94D7}" type="datetime1">
              <a:rPr lang="en-US" smtClean="0"/>
              <a:pPr/>
              <a:t>5/6/2026</a:t>
            </a:fld>
            <a:endParaRPr lang="en-US"/>
          </a:p>
        </p:txBody>
      </p:sp>
      <p:sp>
        <p:nvSpPr>
          <p:cNvPr id="9" name="Footer Placeholder 8">
            <a:extLst>
              <a:ext uri="{FF2B5EF4-FFF2-40B4-BE49-F238E27FC236}">
                <a16:creationId xmlns:a16="http://schemas.microsoft.com/office/drawing/2014/main" id="{4FB7A9C8-9922-276E-D7E7-BA37C3C590DA}"/>
              </a:ext>
            </a:extLst>
          </p:cNvPr>
          <p:cNvSpPr>
            <a:spLocks noGrp="1"/>
          </p:cNvSpPr>
          <p:nvPr>
            <p:ph type="ftr" sz="quarter" idx="16"/>
          </p:nvPr>
        </p:nvSpPr>
        <p:spPr>
          <a:xfrm rot="16200000" flipH="1">
            <a:off x="10292565" y="1592957"/>
            <a:ext cx="2973522"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C7BD9853-F841-5935-2E22-F5DA78B10918}"/>
              </a:ext>
            </a:extLst>
          </p:cNvPr>
          <p:cNvSpPr>
            <a:spLocks noGrp="1"/>
          </p:cNvSpPr>
          <p:nvPr>
            <p:ph type="sldNum" sz="quarter" idx="17"/>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297503004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83413"/>
            <a:ext cx="3401568" cy="1527048"/>
          </a:xfrm>
        </p:spPr>
        <p:txBody>
          <a:bodyPr anchor="b">
            <a:norm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2212975"/>
            <a:ext cx="3401568" cy="40957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761780" y="0"/>
            <a:ext cx="7430219"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lang="en-US"/>
            </a:lvl1pPr>
          </a:lstStyle>
          <a:p>
            <a:r>
              <a:rPr lang="en-US"/>
              <a:t> </a:t>
            </a:r>
          </a:p>
        </p:txBody>
      </p:sp>
      <p:cxnSp>
        <p:nvCxnSpPr>
          <p:cNvPr id="5" name="Straight Connector 4">
            <a:extLst>
              <a:ext uri="{FF2B5EF4-FFF2-40B4-BE49-F238E27FC236}">
                <a16:creationId xmlns:a16="http://schemas.microsoft.com/office/drawing/2014/main" id="{E88ED8BF-3BC1-C0A7-67E1-8F6CE5DBA66D}"/>
              </a:ext>
              <a:ext uri="{C183D7F6-B498-43B3-948B-1728B52AA6E4}">
                <adec:decorative xmlns:adec="http://schemas.microsoft.com/office/drawing/2017/decorative" val="1"/>
              </a:ext>
            </a:extLst>
          </p:cNvPr>
          <p:cNvCxnSpPr>
            <a:cxnSpLocks/>
          </p:cNvCxnSpPr>
          <p:nvPr userDrawn="1"/>
        </p:nvCxnSpPr>
        <p:spPr>
          <a:xfrm>
            <a:off x="474815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72C41D87-A2F7-832F-EE5D-4A82C0898306}"/>
              </a:ext>
            </a:extLst>
          </p:cNvPr>
          <p:cNvSpPr>
            <a:spLocks noGrp="1"/>
          </p:cNvSpPr>
          <p:nvPr>
            <p:ph type="dt" sz="half" idx="15"/>
          </p:nvPr>
        </p:nvSpPr>
        <p:spPr>
          <a:xfrm rot="5400000">
            <a:off x="-997745" y="4687095"/>
            <a:ext cx="2706690" cy="365125"/>
          </a:xfrm>
        </p:spPr>
        <p:txBody>
          <a:bodyPr/>
          <a:lstStyle/>
          <a:p>
            <a:fld id="{7FA43F5B-065E-43CE-B3FD-98C48A6F94D7}" type="datetime1">
              <a:rPr lang="en-US" smtClean="0"/>
              <a:pPr/>
              <a:t>5/6/2026</a:t>
            </a:fld>
            <a:endParaRPr lang="en-US"/>
          </a:p>
        </p:txBody>
      </p:sp>
      <p:sp>
        <p:nvSpPr>
          <p:cNvPr id="6" name="Footer Placeholder 4">
            <a:extLst>
              <a:ext uri="{FF2B5EF4-FFF2-40B4-BE49-F238E27FC236}">
                <a16:creationId xmlns:a16="http://schemas.microsoft.com/office/drawing/2014/main" id="{B2FFE48E-EFB9-58B7-9159-E1F3B1F35D72}"/>
              </a:ext>
            </a:extLst>
          </p:cNvPr>
          <p:cNvSpPr>
            <a:spLocks noGrp="1"/>
          </p:cNvSpPr>
          <p:nvPr>
            <p:ph type="ftr" sz="quarter" idx="16"/>
          </p:nvPr>
        </p:nvSpPr>
        <p:spPr>
          <a:xfrm rot="16200000" flipH="1">
            <a:off x="-1131161" y="1592957"/>
            <a:ext cx="2973522" cy="365125"/>
          </a:xfrm>
        </p:spPr>
        <p:txBody>
          <a:bodyPr/>
          <a:lstStyle/>
          <a:p>
            <a:r>
              <a:rPr lang="en-US"/>
              <a:t>Sample Footer Text</a:t>
            </a:r>
          </a:p>
        </p:txBody>
      </p:sp>
      <p:sp>
        <p:nvSpPr>
          <p:cNvPr id="7" name="Slide Number Placeholder 5">
            <a:extLst>
              <a:ext uri="{FF2B5EF4-FFF2-40B4-BE49-F238E27FC236}">
                <a16:creationId xmlns:a16="http://schemas.microsoft.com/office/drawing/2014/main" id="{C03AB52F-F281-1BB9-9D9F-9FC67E6B879C}"/>
              </a:ext>
            </a:extLst>
          </p:cNvPr>
          <p:cNvSpPr>
            <a:spLocks noGrp="1"/>
          </p:cNvSpPr>
          <p:nvPr>
            <p:ph type="sldNum" sz="quarter" idx="17"/>
          </p:nvPr>
        </p:nvSpPr>
        <p:spPr>
          <a:xfrm>
            <a:off x="51117" y="6356350"/>
            <a:ext cx="574620" cy="365125"/>
          </a:xfrm>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325594085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012268"/>
            <a:ext cx="3739896" cy="1390330"/>
          </a:xfrm>
        </p:spPr>
        <p:txBody>
          <a:bodyPr anchor="t">
            <a:norm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4" name="Footer Placeholder 5">
            <a:extLst>
              <a:ext uri="{FF2B5EF4-FFF2-40B4-BE49-F238E27FC236}">
                <a16:creationId xmlns:a16="http://schemas.microsoft.com/office/drawing/2014/main" id="{485E715F-A05B-F2BC-ABF4-447E9B58E0C2}"/>
              </a:ext>
            </a:extLst>
          </p:cNvPr>
          <p:cNvSpPr>
            <a:spLocks noGrp="1"/>
          </p:cNvSpPr>
          <p:nvPr>
            <p:ph type="ftr" sz="quarter" idx="15"/>
          </p:nvPr>
        </p:nvSpPr>
        <p:spPr>
          <a:xfrm rot="16200000">
            <a:off x="-499001" y="5684309"/>
            <a:ext cx="1709209" cy="365125"/>
          </a:xfrm>
        </p:spPr>
        <p:txBody>
          <a:bodyPr/>
          <a:lstStyle/>
          <a:p>
            <a:r>
              <a:rPr lang="en-US"/>
              <a:t>Sample Footer Text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6320" y="5012267"/>
            <a:ext cx="6400800" cy="1390330"/>
          </a:xfrm>
        </p:spPr>
        <p:txBody>
          <a:bodyPr>
            <a:noAutofit/>
          </a:bodyPr>
          <a:lstStyle>
            <a:lvl1pPr marL="0" indent="0">
              <a:buFont typeface="Arial" panose="020B0604020202020204" pitchFamily="34" charset="0"/>
              <a:buNone/>
              <a:defRPr sz="1800">
                <a:solidFill>
                  <a:schemeClr val="tx1"/>
                </a:solidFill>
              </a:defRPr>
            </a:lvl1pPr>
            <a:lvl2pPr marL="228600" indent="0">
              <a:buFont typeface="Arial" panose="020B0604020202020204" pitchFamily="34" charset="0"/>
              <a:buNone/>
              <a:defRPr sz="1600">
                <a:solidFill>
                  <a:schemeClr val="tx1"/>
                </a:solidFill>
              </a:defRPr>
            </a:lvl2pPr>
            <a:lvl3pPr marL="457200" indent="0">
              <a:buFont typeface="Arial" panose="020B0604020202020204" pitchFamily="34" charset="0"/>
              <a:buNone/>
              <a:defRPr sz="1400">
                <a:solidFill>
                  <a:schemeClr val="tx1"/>
                </a:solidFill>
              </a:defRPr>
            </a:lvl3pPr>
            <a:lvl4pPr marL="685800" indent="0">
              <a:buFont typeface="Arial" panose="020B0604020202020204" pitchFamily="34" charset="0"/>
              <a:buNone/>
              <a:defRPr sz="1200">
                <a:solidFill>
                  <a:schemeClr val="tx1"/>
                </a:solidFill>
              </a:defRPr>
            </a:lvl4pPr>
            <a:lvl5pPr marL="914400" indent="0">
              <a:buFont typeface="Arial" panose="020B0604020202020204" pitchFamily="34" charset="0"/>
              <a:buNone/>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5400000">
            <a:off x="11173959" y="5435073"/>
            <a:ext cx="1210734" cy="365125"/>
          </a:xfrm>
        </p:spPr>
        <p:txBody>
          <a:bodyPr/>
          <a:lstStyle>
            <a:lvl1pPr>
              <a:defRPr>
                <a:solidFill>
                  <a:schemeClr val="tx1"/>
                </a:solidFill>
              </a:defRPr>
            </a:lvl1pPr>
          </a:lstStyle>
          <a:p>
            <a:fld id="{ADC8C146-0A20-4029-98D5-9A42EEDF8B24}" type="datetime1">
              <a:rPr lang="en-US" smtClean="0"/>
              <a:pPr/>
              <a:t>5/6/2026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3" name="Straight Connector 2">
            <a:extLst>
              <a:ext uri="{FF2B5EF4-FFF2-40B4-BE49-F238E27FC236}">
                <a16:creationId xmlns:a16="http://schemas.microsoft.com/office/drawing/2014/main" id="{2A2B6090-1D21-5610-7943-4C4F96A6C767}"/>
              </a:ext>
              <a:ext uri="{C183D7F6-B498-43B3-948B-1728B52AA6E4}">
                <adec:decorative xmlns:adec="http://schemas.microsoft.com/office/drawing/2017/decorative" val="1"/>
              </a:ext>
            </a:extLst>
          </p:cNvPr>
          <p:cNvCxnSpPr>
            <a:cxnSpLocks/>
          </p:cNvCxnSpPr>
          <p:nvPr/>
        </p:nvCxnSpPr>
        <p:spPr>
          <a:xfrm flipH="1">
            <a:off x="0" y="463823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682968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4162317"/>
            <a:ext cx="2953618" cy="1892808"/>
          </a:xfrm>
        </p:spPr>
        <p:txBody>
          <a:bodyPr anchor="t">
            <a:norm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77827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3" name="Straight Connector 2">
            <a:extLst>
              <a:ext uri="{FF2B5EF4-FFF2-40B4-BE49-F238E27FC236}">
                <a16:creationId xmlns:a16="http://schemas.microsoft.com/office/drawing/2014/main" id="{2405500C-1C2B-4DBE-7BD5-6BEE65AA2531}"/>
              </a:ext>
              <a:ext uri="{C183D7F6-B498-43B3-948B-1728B52AA6E4}">
                <adec:decorative xmlns:adec="http://schemas.microsoft.com/office/drawing/2017/decorative" val="1"/>
              </a:ext>
            </a:extLst>
          </p:cNvPr>
          <p:cNvCxnSpPr>
            <a:cxnSpLocks/>
          </p:cNvCxnSpPr>
          <p:nvPr/>
        </p:nvCxnSpPr>
        <p:spPr>
          <a:xfrm flipH="1">
            <a:off x="0" y="37843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9">
            <a:extLst>
              <a:ext uri="{FF2B5EF4-FFF2-40B4-BE49-F238E27FC236}">
                <a16:creationId xmlns:a16="http://schemas.microsoft.com/office/drawing/2014/main" id="{EFC0BAFC-A983-7661-7BE4-9CB4E1AAE80B}"/>
              </a:ext>
            </a:extLst>
          </p:cNvPr>
          <p:cNvSpPr>
            <a:spLocks noGrp="1"/>
          </p:cNvSpPr>
          <p:nvPr>
            <p:ph type="ftr" sz="quarter" idx="16"/>
          </p:nvPr>
        </p:nvSpPr>
        <p:spPr>
          <a:xfrm rot="16200000" flipH="1">
            <a:off x="-923978" y="5259333"/>
            <a:ext cx="2559157" cy="365125"/>
          </a:xfrm>
        </p:spPr>
        <p:txBody>
          <a:bodyPr/>
          <a:lstStyle/>
          <a:p>
            <a:r>
              <a:rPr lang="en-US"/>
              <a:t>Sample Footer Text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840480" y="4162318"/>
            <a:ext cx="7589520" cy="2240280"/>
          </a:xfrm>
        </p:spPr>
        <p:txBody>
          <a:bodyPr>
            <a:noAutofit/>
          </a:bodyPr>
          <a:lstStyle>
            <a:lvl1pPr marL="0" indent="0">
              <a:buFont typeface="Arial" panose="020B0604020202020204" pitchFamily="34" charset="0"/>
              <a:buNone/>
              <a:defRPr sz="1800">
                <a:solidFill>
                  <a:schemeClr val="tx1"/>
                </a:solidFill>
              </a:defRPr>
            </a:lvl1pPr>
            <a:lvl2pPr marL="514350" indent="-285750">
              <a:buFont typeface="Arial" panose="020B0604020202020204" pitchFamily="34" charset="0"/>
              <a:buChar char="•"/>
              <a:defRPr sz="1600">
                <a:solidFill>
                  <a:schemeClr val="tx1"/>
                </a:solidFill>
              </a:defRPr>
            </a:lvl2pPr>
            <a:lvl3pPr marL="742950" indent="-285750">
              <a:buFont typeface="Arial" panose="020B0604020202020204" pitchFamily="34" charset="0"/>
              <a:buChar char="•"/>
              <a:defRPr sz="1400">
                <a:solidFill>
                  <a:schemeClr val="tx1"/>
                </a:solidFill>
              </a:defRPr>
            </a:lvl3pPr>
            <a:lvl4pPr marL="857250" indent="-171450">
              <a:buFont typeface="Arial" panose="020B0604020202020204" pitchFamily="34" charset="0"/>
              <a:buChar char="•"/>
              <a:defRPr sz="1200">
                <a:solidFill>
                  <a:schemeClr val="tx1"/>
                </a:solidFill>
              </a:defRPr>
            </a:lvl4pPr>
            <a:lvl5pPr marL="1085850" indent="-171450">
              <a:buFont typeface="Arial" panose="020B0604020202020204" pitchFamily="34" charset="0"/>
              <a:buChar char="•"/>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Date Placeholder 8">
            <a:extLst>
              <a:ext uri="{FF2B5EF4-FFF2-40B4-BE49-F238E27FC236}">
                <a16:creationId xmlns:a16="http://schemas.microsoft.com/office/drawing/2014/main" id="{273E16F8-613D-6FF2-3AAE-FB4255DC1EF7}"/>
              </a:ext>
            </a:extLst>
          </p:cNvPr>
          <p:cNvSpPr>
            <a:spLocks noGrp="1"/>
          </p:cNvSpPr>
          <p:nvPr>
            <p:ph type="dt" sz="half" idx="15"/>
          </p:nvPr>
        </p:nvSpPr>
        <p:spPr/>
        <p:txBody>
          <a:bodyPr/>
          <a:lstStyle/>
          <a:p>
            <a:fld id="{7FA43F5B-065E-43CE-B3FD-98C48A6F94D7}" type="datetime1">
              <a:rPr lang="en-US" smtClean="0"/>
              <a:t>5/6/2026</a:t>
            </a:fld>
            <a:endParaRPr lang="en-US"/>
          </a:p>
        </p:txBody>
      </p:sp>
      <p:sp>
        <p:nvSpPr>
          <p:cNvPr id="12" name="Slide Number Placeholder 11">
            <a:extLst>
              <a:ext uri="{FF2B5EF4-FFF2-40B4-BE49-F238E27FC236}">
                <a16:creationId xmlns:a16="http://schemas.microsoft.com/office/drawing/2014/main" id="{64EC89D4-F3C3-252D-E57A-D34A76D8BD1E}"/>
              </a:ext>
            </a:extLst>
          </p:cNvPr>
          <p:cNvSpPr>
            <a:spLocks noGrp="1"/>
          </p:cNvSpPr>
          <p:nvPr>
            <p:ph type="sldNum" sz="quarter" idx="17"/>
          </p:nvPr>
        </p:nvSpPr>
        <p:spPr>
          <a:xfrm>
            <a:off x="11512296" y="6356350"/>
            <a:ext cx="574620" cy="365125"/>
          </a:xfrm>
        </p:spPr>
        <p:txBody>
          <a:bodyPr/>
          <a:lstStyle/>
          <a:p>
            <a:fld id="{2DE90F28-AFBB-4AB2-AA79-6D3F72ED131B}" type="slidenum">
              <a:rPr lang="en-US" smtClean="0"/>
              <a:t>‹#›</a:t>
            </a:fld>
            <a:endParaRPr lang="en-US"/>
          </a:p>
        </p:txBody>
      </p:sp>
    </p:spTree>
    <p:extLst>
      <p:ext uri="{BB962C8B-B14F-4D97-AF65-F5344CB8AC3E}">
        <p14:creationId xmlns:p14="http://schemas.microsoft.com/office/powerpoint/2010/main" val="369849467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813647"/>
            <a:ext cx="2953618" cy="1892808"/>
          </a:xfrm>
        </p:spPr>
        <p:txBody>
          <a:bodyPr anchor="b" anchorCtr="0">
            <a:normAutofit/>
          </a:bodyPr>
          <a:lstStyle>
            <a:lvl1pPr>
              <a:defRPr sz="320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D1C5DDB1-0680-6692-8E8B-F9D50E915262}"/>
              </a:ext>
            </a:extLst>
          </p:cNvPr>
          <p:cNvSpPr>
            <a:spLocks noGrp="1"/>
          </p:cNvSpPr>
          <p:nvPr>
            <p:ph type="ftr" sz="quarter" idx="16"/>
          </p:nvPr>
        </p:nvSpPr>
        <p:spPr>
          <a:xfrm rot="16200000" flipH="1">
            <a:off x="-853249" y="1315045"/>
            <a:ext cx="2417698" cy="365125"/>
          </a:xfrm>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66175"/>
            <a:ext cx="7409228" cy="2240280"/>
          </a:xfrm>
        </p:spPr>
        <p:txBody>
          <a:bodyPr anchor="b" anchorCtr="0">
            <a:noAutofit/>
          </a:bodyPr>
          <a:lstStyle>
            <a:lvl1pPr marL="0" indent="0">
              <a:buFont typeface="Arial" panose="020B0604020202020204" pitchFamily="34" charset="0"/>
              <a:buNone/>
              <a:defRPr sz="1800">
                <a:solidFill>
                  <a:schemeClr val="tx1"/>
                </a:solidFill>
              </a:defRPr>
            </a:lvl1pPr>
            <a:lvl2pPr marL="514350" indent="-285750">
              <a:buFont typeface="Arial" panose="020B0604020202020204" pitchFamily="34" charset="0"/>
              <a:buChar char="•"/>
              <a:defRPr sz="1600">
                <a:solidFill>
                  <a:schemeClr val="tx1"/>
                </a:solidFill>
              </a:defRPr>
            </a:lvl2pPr>
            <a:lvl3pPr marL="742950" indent="-285750">
              <a:buFont typeface="Arial" panose="020B0604020202020204" pitchFamily="34" charset="0"/>
              <a:buChar char="•"/>
              <a:defRPr sz="1400">
                <a:solidFill>
                  <a:schemeClr val="tx1"/>
                </a:solidFill>
              </a:defRPr>
            </a:lvl3pPr>
            <a:lvl4pPr marL="857250" indent="-171450">
              <a:buFont typeface="Arial" panose="020B0604020202020204" pitchFamily="34" charset="0"/>
              <a:buChar char="•"/>
              <a:defRPr sz="1200">
                <a:solidFill>
                  <a:schemeClr val="tx1"/>
                </a:solidFill>
              </a:defRPr>
            </a:lvl4pPr>
            <a:lvl5pPr marL="1085850" indent="-171450">
              <a:buFont typeface="Arial" panose="020B0604020202020204" pitchFamily="34" charset="0"/>
              <a:buChar char="•"/>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865DF332-3FBA-2C89-59F5-FA1778C4985A}"/>
              </a:ext>
            </a:extLst>
          </p:cNvPr>
          <p:cNvSpPr>
            <a:spLocks noGrp="1"/>
          </p:cNvSpPr>
          <p:nvPr>
            <p:ph type="dt" sz="half" idx="15"/>
          </p:nvPr>
        </p:nvSpPr>
        <p:spPr>
          <a:xfrm rot="5400000">
            <a:off x="10902234" y="1160706"/>
            <a:ext cx="1754184" cy="365125"/>
          </a:xfrm>
        </p:spPr>
        <p:txBody>
          <a:bodyPr/>
          <a:lstStyle>
            <a:lvl1pPr>
              <a:defRPr>
                <a:solidFill>
                  <a:schemeClr val="tx1"/>
                </a:solidFill>
              </a:defRPr>
            </a:lvl1pPr>
          </a:lstStyle>
          <a:p>
            <a:fld id="{7FA43F5B-065E-43CE-B3FD-98C48A6F94D7}" type="datetime1">
              <a:rPr lang="en-US" smtClean="0"/>
              <a:pPr/>
              <a:t>5/6/2026</a:t>
            </a:fld>
            <a:endParaRPr lang="en-US"/>
          </a:p>
        </p:txBody>
      </p:sp>
      <p:sp>
        <p:nvSpPr>
          <p:cNvPr id="9" name="Slide Number Placeholder 8">
            <a:extLst>
              <a:ext uri="{FF2B5EF4-FFF2-40B4-BE49-F238E27FC236}">
                <a16:creationId xmlns:a16="http://schemas.microsoft.com/office/drawing/2014/main" id="{BB9E9CA5-FE3A-8B3B-FD85-EEC977EA262E}"/>
              </a:ext>
            </a:extLst>
          </p:cNvPr>
          <p:cNvSpPr>
            <a:spLocks noGrp="1"/>
          </p:cNvSpPr>
          <p:nvPr>
            <p:ph type="sldNum" sz="quarter" idx="17"/>
          </p:nvPr>
        </p:nvSpPr>
        <p:spPr>
          <a:xfrm>
            <a:off x="11512296" y="2353708"/>
            <a:ext cx="574620" cy="365125"/>
          </a:xfrm>
        </p:spPr>
        <p:txBody>
          <a:bodyPr/>
          <a:lstStyle>
            <a:lvl1pPr>
              <a:defRPr>
                <a:solidFill>
                  <a:schemeClr val="tx1"/>
                </a:solidFill>
              </a:defRPr>
            </a:lvl1pPr>
          </a:lstStyle>
          <a:p>
            <a:fld id="{2DE90F28-AFBB-4AB2-AA79-6D3F72ED131B}" type="slidenum">
              <a:rPr lang="en-US" smtClean="0"/>
              <a:pPr/>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3079730"/>
            <a:ext cx="12192000" cy="377827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98916A20-C6D4-6297-2A89-F60B0B6DAF9A}"/>
              </a:ext>
              <a:ext uri="{C183D7F6-B498-43B3-948B-1728B52AA6E4}">
                <adec:decorative xmlns:adec="http://schemas.microsoft.com/office/drawing/2017/decorative" val="1"/>
              </a:ext>
            </a:extLst>
          </p:cNvPr>
          <p:cNvCxnSpPr>
            <a:cxnSpLocks/>
          </p:cNvCxnSpPr>
          <p:nvPr userDrawn="1"/>
        </p:nvCxnSpPr>
        <p:spPr>
          <a:xfrm flipH="1">
            <a:off x="0" y="3071719"/>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677590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5577840"/>
            <a:ext cx="10972802" cy="970463"/>
          </a:xfrm>
        </p:spPr>
        <p:txBody>
          <a:bodyPr anchor="t" anchorCtr="0"/>
          <a:lstStyle>
            <a:lvl1pPr>
              <a:defRPr>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0" name="Picture Placeholder 9">
            <a:extLst>
              <a:ext uri="{FF2B5EF4-FFF2-40B4-BE49-F238E27FC236}">
                <a16:creationId xmlns:a16="http://schemas.microsoft.com/office/drawing/2014/main" id="{F715F3DA-3DCE-67E6-E94C-48C96A36C98B}"/>
              </a:ext>
            </a:extLst>
          </p:cNvPr>
          <p:cNvSpPr>
            <a:spLocks noGrp="1"/>
          </p:cNvSpPr>
          <p:nvPr>
            <p:ph type="pic" sz="quarter" idx="13" hasCustomPrompt="1"/>
          </p:nvPr>
        </p:nvSpPr>
        <p:spPr>
          <a:xfrm>
            <a:off x="640080" y="365760"/>
            <a:ext cx="5898743" cy="4425696"/>
          </a:xfrm>
          <a:custGeom>
            <a:avLst/>
            <a:gdLst>
              <a:gd name="connsiteX0" fmla="*/ 2983368 w 6446520"/>
              <a:gd name="connsiteY0" fmla="*/ 0 h 4425696"/>
              <a:gd name="connsiteX1" fmla="*/ 3463152 w 6446520"/>
              <a:gd name="connsiteY1" fmla="*/ 0 h 4425696"/>
              <a:gd name="connsiteX2" fmla="*/ 3552820 w 6446520"/>
              <a:gd name="connsiteY2" fmla="*/ 7008 h 4425696"/>
              <a:gd name="connsiteX3" fmla="*/ 6446520 w 6446520"/>
              <a:gd name="connsiteY3" fmla="*/ 3302772 h 4425696"/>
              <a:gd name="connsiteX4" fmla="*/ 6446520 w 6446520"/>
              <a:gd name="connsiteY4" fmla="*/ 4425696 h 4425696"/>
              <a:gd name="connsiteX5" fmla="*/ 0 w 6446520"/>
              <a:gd name="connsiteY5" fmla="*/ 4425696 h 4425696"/>
              <a:gd name="connsiteX6" fmla="*/ 0 w 6446520"/>
              <a:gd name="connsiteY6" fmla="*/ 3302772 h 4425696"/>
              <a:gd name="connsiteX7" fmla="*/ 2893701 w 6446520"/>
              <a:gd name="connsiteY7" fmla="*/ 7008 h 4425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46520" h="4425696">
                <a:moveTo>
                  <a:pt x="2983368" y="0"/>
                </a:moveTo>
                <a:lnTo>
                  <a:pt x="3463152" y="0"/>
                </a:lnTo>
                <a:lnTo>
                  <a:pt x="3552820" y="7008"/>
                </a:lnTo>
                <a:cubicBezTo>
                  <a:pt x="5178169" y="176660"/>
                  <a:pt x="6446520" y="1587478"/>
                  <a:pt x="6446520" y="3302772"/>
                </a:cubicBezTo>
                <a:lnTo>
                  <a:pt x="6446520" y="4425696"/>
                </a:lnTo>
                <a:lnTo>
                  <a:pt x="0" y="4425696"/>
                </a:lnTo>
                <a:lnTo>
                  <a:pt x="0" y="3302772"/>
                </a:lnTo>
                <a:cubicBezTo>
                  <a:pt x="0" y="1587478"/>
                  <a:pt x="1268352" y="176660"/>
                  <a:pt x="2893701" y="7008"/>
                </a:cubicBezTo>
                <a:close/>
              </a:path>
            </a:pathLst>
          </a:custGeom>
          <a:blipFill dpi="0" rotWithShape="1">
            <a:blip r:embed="rId2">
              <a:alphaModFix amt="71000"/>
              <a:extLst>
                <a:ext uri="{28A0092B-C50C-407E-A947-70E740481C1C}">
                  <a14:useLocalDpi xmlns:a14="http://schemas.microsoft.com/office/drawing/2010/main" val="0"/>
                </a:ext>
              </a:extLst>
            </a:blip>
            <a:srcRect/>
            <a:stretch>
              <a:fillRect/>
            </a:stretch>
          </a:blipFill>
          <a:ln w="6350">
            <a:solidFill>
              <a:schemeClr val="tx1"/>
            </a:solidFill>
          </a:ln>
        </p:spPr>
        <p:txBody>
          <a:bodyPr wrap="square">
            <a:noAutofit/>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6950303" y="365760"/>
            <a:ext cx="4571137" cy="4428871"/>
          </a:xfrm>
        </p:spPr>
        <p:txBody>
          <a:bodyPr anchor="b" anchorCtr="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4766791B-F730-470C-BD5E-FFF8D449589F}" type="datetime1">
              <a:rPr lang="en-US" smtClean="0"/>
              <a:pPr/>
              <a:t>5/6/2026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3" name="Straight Connector 2">
            <a:extLst>
              <a:ext uri="{FF2B5EF4-FFF2-40B4-BE49-F238E27FC236}">
                <a16:creationId xmlns:a16="http://schemas.microsoft.com/office/drawing/2014/main" id="{F5EDA098-8E4B-3EB1-646C-4227A3202019}"/>
              </a:ext>
              <a:ext uri="{C183D7F6-B498-43B3-948B-1728B52AA6E4}">
                <adec:decorative xmlns:adec="http://schemas.microsoft.com/office/drawing/2017/decorative" val="1"/>
              </a:ext>
            </a:extLst>
          </p:cNvPr>
          <p:cNvCxnSpPr>
            <a:cxnSpLocks/>
          </p:cNvCxnSpPr>
          <p:nvPr userDrawn="1"/>
        </p:nvCxnSpPr>
        <p:spPr>
          <a:xfrm flipH="1">
            <a:off x="0" y="521208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380459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4882896"/>
            <a:ext cx="3657603" cy="1453896"/>
          </a:xfrm>
        </p:spPr>
        <p:txBody>
          <a:bodyPr anchor="t">
            <a:normAutofit/>
          </a:bodyPr>
          <a:lstStyle>
            <a:lvl1pPr algn="ctr">
              <a:defRPr sz="32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6" name="Picture Placeholder 15">
            <a:extLst>
              <a:ext uri="{FF2B5EF4-FFF2-40B4-BE49-F238E27FC236}">
                <a16:creationId xmlns:a16="http://schemas.microsoft.com/office/drawing/2014/main" id="{838F5DE0-1AA8-5320-EBEC-7B2EEF399630}"/>
              </a:ext>
            </a:extLst>
          </p:cNvPr>
          <p:cNvSpPr>
            <a:spLocks noGrp="1"/>
          </p:cNvSpPr>
          <p:nvPr>
            <p:ph type="pic" sz="quarter" idx="13" hasCustomPrompt="1"/>
          </p:nvPr>
        </p:nvSpPr>
        <p:spPr>
          <a:xfrm>
            <a:off x="731520" y="548642"/>
            <a:ext cx="3490175" cy="4041647"/>
          </a:xfrm>
          <a:custGeom>
            <a:avLst/>
            <a:gdLst>
              <a:gd name="connsiteX0" fmla="*/ 1745088 w 3490175"/>
              <a:gd name="connsiteY0" fmla="*/ 0 h 4041647"/>
              <a:gd name="connsiteX1" fmla="*/ 3490175 w 3490175"/>
              <a:gd name="connsiteY1" fmla="*/ 1745088 h 4041647"/>
              <a:gd name="connsiteX2" fmla="*/ 3490175 w 3490175"/>
              <a:gd name="connsiteY2" fmla="*/ 3141232 h 4041647"/>
              <a:gd name="connsiteX3" fmla="*/ 3490175 w 3490175"/>
              <a:gd name="connsiteY3" fmla="*/ 3490175 h 4041647"/>
              <a:gd name="connsiteX4" fmla="*/ 3490175 w 3490175"/>
              <a:gd name="connsiteY4" fmla="*/ 4041647 h 4041647"/>
              <a:gd name="connsiteX5" fmla="*/ 0 w 3490175"/>
              <a:gd name="connsiteY5" fmla="*/ 4041647 h 4041647"/>
              <a:gd name="connsiteX6" fmla="*/ 0 w 3490175"/>
              <a:gd name="connsiteY6" fmla="*/ 3490175 h 4041647"/>
              <a:gd name="connsiteX7" fmla="*/ 0 w 3490175"/>
              <a:gd name="connsiteY7" fmla="*/ 3141232 h 4041647"/>
              <a:gd name="connsiteX8" fmla="*/ 0 w 3490175"/>
              <a:gd name="connsiteY8" fmla="*/ 1745088 h 4041647"/>
              <a:gd name="connsiteX9" fmla="*/ 1745088 w 3490175"/>
              <a:gd name="connsiteY9" fmla="*/ 0 h 4041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90175" h="4041647">
                <a:moveTo>
                  <a:pt x="1745088" y="0"/>
                </a:moveTo>
                <a:cubicBezTo>
                  <a:pt x="2708873" y="0"/>
                  <a:pt x="3490175" y="781302"/>
                  <a:pt x="3490175" y="1745088"/>
                </a:cubicBezTo>
                <a:lnTo>
                  <a:pt x="3490175" y="3141232"/>
                </a:lnTo>
                <a:lnTo>
                  <a:pt x="3490175" y="3490175"/>
                </a:lnTo>
                <a:lnTo>
                  <a:pt x="3490175" y="4041647"/>
                </a:lnTo>
                <a:lnTo>
                  <a:pt x="0" y="4041647"/>
                </a:lnTo>
                <a:lnTo>
                  <a:pt x="0" y="3490175"/>
                </a:lnTo>
                <a:lnTo>
                  <a:pt x="0" y="3141232"/>
                </a:lnTo>
                <a:lnTo>
                  <a:pt x="0" y="1745088"/>
                </a:lnTo>
                <a:cubicBezTo>
                  <a:pt x="0" y="781302"/>
                  <a:pt x="781302" y="0"/>
                  <a:pt x="1745088" y="0"/>
                </a:cubicBezTo>
                <a:close/>
              </a:path>
            </a:pathLst>
          </a:custGeom>
          <a:blipFill dpi="0" rotWithShape="1">
            <a:blip r:embed="rId2">
              <a:alphaModFix amt="81000"/>
              <a:extLst>
                <a:ext uri="{28A0092B-C50C-407E-A947-70E740481C1C}">
                  <a14:useLocalDpi xmlns:a14="http://schemas.microsoft.com/office/drawing/2010/main" val="0"/>
                </a:ext>
              </a:extLst>
            </a:blip>
            <a:srcRect/>
            <a:stretch>
              <a:fillRect/>
            </a:stretch>
          </a:blipFill>
          <a:ln w="6350">
            <a:solidFill>
              <a:schemeClr val="tx1"/>
            </a:solidFill>
          </a:ln>
        </p:spPr>
        <p:txBody>
          <a:bodyPr wrap="square">
            <a:noAutofit/>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7760" y="549275"/>
            <a:ext cx="6561138" cy="57594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D73859A7-84EB-4384-87AF-59CC16704CF8}" type="datetime1">
              <a:rPr lang="en-US" smtClean="0"/>
              <a:pPr/>
              <a:t>5/6/2026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3" name="Straight Connector 2">
            <a:extLst>
              <a:ext uri="{FF2B5EF4-FFF2-40B4-BE49-F238E27FC236}">
                <a16:creationId xmlns:a16="http://schemas.microsoft.com/office/drawing/2014/main" id="{619C3A72-7CAE-129F-7490-B687280EF1C9}"/>
              </a:ext>
              <a:ext uri="{C183D7F6-B498-43B3-948B-1728B52AA6E4}">
                <adec:decorative xmlns:adec="http://schemas.microsoft.com/office/drawing/2017/decorative" val="1"/>
              </a:ext>
            </a:extLst>
          </p:cNvPr>
          <p:cNvCxnSpPr>
            <a:cxnSpLocks/>
          </p:cNvCxnSpPr>
          <p:nvPr userDrawn="1"/>
        </p:nvCxnSpPr>
        <p:spPr>
          <a:xfrm>
            <a:off x="464611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271800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Content with Picture 17">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F8B008C-A5E8-826A-5F68-E2A4C542B6F6}"/>
              </a:ext>
            </a:extLst>
          </p:cNvPr>
          <p:cNvSpPr>
            <a:spLocks noGrp="1"/>
          </p:cNvSpPr>
          <p:nvPr>
            <p:ph type="title"/>
          </p:nvPr>
        </p:nvSpPr>
        <p:spPr>
          <a:xfrm>
            <a:off x="731520" y="320040"/>
            <a:ext cx="10780776" cy="932688"/>
          </a:xfrm>
        </p:spPr>
        <p:txBody>
          <a:bodyPr anchor="b"/>
          <a:lstStyle>
            <a:lvl1pPr>
              <a:defRPr sz="32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6" name="Picture Placeholder 15">
            <a:extLst>
              <a:ext uri="{FF2B5EF4-FFF2-40B4-BE49-F238E27FC236}">
                <a16:creationId xmlns:a16="http://schemas.microsoft.com/office/drawing/2014/main" id="{838F5DE0-1AA8-5320-EBEC-7B2EEF399630}"/>
              </a:ext>
            </a:extLst>
          </p:cNvPr>
          <p:cNvSpPr>
            <a:spLocks noGrp="1"/>
          </p:cNvSpPr>
          <p:nvPr>
            <p:ph type="pic" sz="quarter" idx="13" hasCustomPrompt="1"/>
          </p:nvPr>
        </p:nvSpPr>
        <p:spPr>
          <a:xfrm>
            <a:off x="731520" y="1816163"/>
            <a:ext cx="3920691" cy="4540188"/>
          </a:xfrm>
          <a:custGeom>
            <a:avLst/>
            <a:gdLst>
              <a:gd name="connsiteX0" fmla="*/ 1745088 w 3490175"/>
              <a:gd name="connsiteY0" fmla="*/ 0 h 4041647"/>
              <a:gd name="connsiteX1" fmla="*/ 3490175 w 3490175"/>
              <a:gd name="connsiteY1" fmla="*/ 1745088 h 4041647"/>
              <a:gd name="connsiteX2" fmla="*/ 3490175 w 3490175"/>
              <a:gd name="connsiteY2" fmla="*/ 3141232 h 4041647"/>
              <a:gd name="connsiteX3" fmla="*/ 3490175 w 3490175"/>
              <a:gd name="connsiteY3" fmla="*/ 3490175 h 4041647"/>
              <a:gd name="connsiteX4" fmla="*/ 3490175 w 3490175"/>
              <a:gd name="connsiteY4" fmla="*/ 4041647 h 4041647"/>
              <a:gd name="connsiteX5" fmla="*/ 0 w 3490175"/>
              <a:gd name="connsiteY5" fmla="*/ 4041647 h 4041647"/>
              <a:gd name="connsiteX6" fmla="*/ 0 w 3490175"/>
              <a:gd name="connsiteY6" fmla="*/ 3490175 h 4041647"/>
              <a:gd name="connsiteX7" fmla="*/ 0 w 3490175"/>
              <a:gd name="connsiteY7" fmla="*/ 3141232 h 4041647"/>
              <a:gd name="connsiteX8" fmla="*/ 0 w 3490175"/>
              <a:gd name="connsiteY8" fmla="*/ 1745088 h 4041647"/>
              <a:gd name="connsiteX9" fmla="*/ 1745088 w 3490175"/>
              <a:gd name="connsiteY9" fmla="*/ 0 h 4041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90175" h="4041647">
                <a:moveTo>
                  <a:pt x="1745088" y="0"/>
                </a:moveTo>
                <a:cubicBezTo>
                  <a:pt x="2708873" y="0"/>
                  <a:pt x="3490175" y="781302"/>
                  <a:pt x="3490175" y="1745088"/>
                </a:cubicBezTo>
                <a:lnTo>
                  <a:pt x="3490175" y="3141232"/>
                </a:lnTo>
                <a:lnTo>
                  <a:pt x="3490175" y="3490175"/>
                </a:lnTo>
                <a:lnTo>
                  <a:pt x="3490175" y="4041647"/>
                </a:lnTo>
                <a:lnTo>
                  <a:pt x="0" y="4041647"/>
                </a:lnTo>
                <a:lnTo>
                  <a:pt x="0" y="3490175"/>
                </a:lnTo>
                <a:lnTo>
                  <a:pt x="0" y="3141232"/>
                </a:lnTo>
                <a:lnTo>
                  <a:pt x="0" y="1745088"/>
                </a:lnTo>
                <a:cubicBezTo>
                  <a:pt x="0" y="781302"/>
                  <a:pt x="781302" y="0"/>
                  <a:pt x="1745088"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49516" y="1812758"/>
            <a:ext cx="6349381" cy="45401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D73859A7-84EB-4384-87AF-59CC16704CF8}" type="datetime1">
              <a:rPr lang="en-US" smtClean="0"/>
              <a:pPr/>
              <a:t>5/6/2026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25564413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8164" y="559341"/>
            <a:ext cx="10755670" cy="932688"/>
          </a:xfrm>
        </p:spPr>
        <p:txBody>
          <a:bodyPr anchor="b"/>
          <a:lstStyle/>
          <a:p>
            <a:r>
              <a:rPr lang="en-US"/>
              <a:t>Click to edit Master title style</a:t>
            </a:r>
          </a:p>
        </p:txBody>
      </p:sp>
      <p:sp>
        <p:nvSpPr>
          <p:cNvPr id="9" name="Footer Placeholder 5">
            <a:extLst>
              <a:ext uri="{FF2B5EF4-FFF2-40B4-BE49-F238E27FC236}">
                <a16:creationId xmlns:a16="http://schemas.microsoft.com/office/drawing/2014/main" id="{3C89FBB9-2C05-A4C1-ECB4-D6A5C4219E42}"/>
              </a:ext>
            </a:extLst>
          </p:cNvPr>
          <p:cNvSpPr>
            <a:spLocks noGrp="1"/>
          </p:cNvSpPr>
          <p:nvPr>
            <p:ph type="ftr" sz="quarter" idx="16"/>
          </p:nvPr>
        </p:nvSpPr>
        <p:spPr>
          <a:xfrm rot="16200000" flipH="1">
            <a:off x="-1131161" y="1592957"/>
            <a:ext cx="2973522" cy="365125"/>
          </a:xfrm>
        </p:spPr>
        <p:txBody>
          <a:bodyPr/>
          <a:lstStyle>
            <a:lvl1pPr>
              <a:defRPr>
                <a:solidFill>
                  <a:schemeClr val="tx1"/>
                </a:solidFill>
              </a:defRPr>
            </a:lvl1pPr>
          </a:lstStyle>
          <a:p>
            <a:r>
              <a:rPr lang="en-US"/>
              <a:t>Sample Footer Text</a:t>
            </a:r>
          </a:p>
        </p:txBody>
      </p:sp>
      <p:sp>
        <p:nvSpPr>
          <p:cNvPr id="3" name="Date Placeholder 4">
            <a:extLst>
              <a:ext uri="{FF2B5EF4-FFF2-40B4-BE49-F238E27FC236}">
                <a16:creationId xmlns:a16="http://schemas.microsoft.com/office/drawing/2014/main" id="{BBB07A11-50DE-6BC0-0514-6E2C14A47985}"/>
              </a:ext>
            </a:extLst>
          </p:cNvPr>
          <p:cNvSpPr>
            <a:spLocks noGrp="1"/>
          </p:cNvSpPr>
          <p:nvPr>
            <p:ph type="dt" sz="half" idx="15"/>
          </p:nvPr>
        </p:nvSpPr>
        <p:spPr>
          <a:xfrm rot="16200000" flipH="1">
            <a:off x="-997746" y="4594946"/>
            <a:ext cx="2706690" cy="365125"/>
          </a:xfrm>
        </p:spPr>
        <p:txBody>
          <a:bodyPr/>
          <a:lstStyle>
            <a:lvl1pPr algn="l">
              <a:defRPr>
                <a:solidFill>
                  <a:schemeClr val="tx1"/>
                </a:solidFill>
              </a:defRPr>
            </a:lvl1pPr>
          </a:lstStyle>
          <a:p>
            <a:fld id="{7FA43F5B-065E-43CE-B3FD-98C48A6F94D7}" type="datetime1">
              <a:rPr lang="en-US" smtClean="0"/>
              <a:pPr/>
              <a:t>5/6/2026</a:t>
            </a:fld>
            <a:endParaRPr lang="en-US"/>
          </a:p>
        </p:txBody>
      </p:sp>
      <p:sp>
        <p:nvSpPr>
          <p:cNvPr id="6" name="Slide Number Placeholder 6">
            <a:extLst>
              <a:ext uri="{FF2B5EF4-FFF2-40B4-BE49-F238E27FC236}">
                <a16:creationId xmlns:a16="http://schemas.microsoft.com/office/drawing/2014/main" id="{03ED5F49-F9F7-05A9-62AC-C9C8DF2EADE8}"/>
              </a:ext>
            </a:extLst>
          </p:cNvPr>
          <p:cNvSpPr>
            <a:spLocks noGrp="1"/>
          </p:cNvSpPr>
          <p:nvPr>
            <p:ph type="sldNum" sz="quarter" idx="17"/>
          </p:nvPr>
        </p:nvSpPr>
        <p:spPr>
          <a:xfrm>
            <a:off x="88569" y="6264201"/>
            <a:ext cx="574620" cy="365125"/>
          </a:xfrm>
        </p:spPr>
        <p:txBody>
          <a:bodyPr/>
          <a:lstStyle>
            <a:lvl1pPr>
              <a:defRPr>
                <a:solidFill>
                  <a:schemeClr val="tx1"/>
                </a:solidFill>
              </a:defRPr>
            </a:lvl1pPr>
          </a:lstStyle>
          <a:p>
            <a:fld id="{2DE90F28-AFBB-4AB2-AA79-6D3F72ED131B}" type="slidenum">
              <a:rPr lang="en-US" smtClean="0"/>
              <a:pPr/>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1200" y="1713652"/>
            <a:ext cx="4387012" cy="46129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5658927" y="1713653"/>
            <a:ext cx="6533071" cy="514434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vert="horz" wrap="square" lIns="91440" tIns="45720" rIns="91440" bIns="45720" rtlCol="0">
            <a:noAutofit/>
          </a:bodyPr>
          <a:lstStyle>
            <a:lvl1pPr marL="0" indent="0">
              <a:buFont typeface="Arial" panose="020B0604020202020204" pitchFamily="34" charset="0"/>
              <a:buNone/>
              <a:defRPr lang="en-US" dirty="0"/>
            </a:lvl1pPr>
          </a:lstStyle>
          <a:p>
            <a:pPr marL="285750" lvl="0" indent="-285750"/>
            <a:r>
              <a:rPr lang="en-US"/>
              <a:t> </a:t>
            </a:r>
          </a:p>
        </p:txBody>
      </p:sp>
    </p:spTree>
    <p:extLst>
      <p:ext uri="{BB962C8B-B14F-4D97-AF65-F5344CB8AC3E}">
        <p14:creationId xmlns:p14="http://schemas.microsoft.com/office/powerpoint/2010/main" val="396250592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8164" y="559341"/>
            <a:ext cx="10864236" cy="932688"/>
          </a:xfrm>
        </p:spPr>
        <p:txBody>
          <a:bodyPr anchor="b"/>
          <a:lstStyle/>
          <a:p>
            <a:r>
              <a:rPr lang="en-US"/>
              <a:t>Click to edit Master title style</a:t>
            </a:r>
          </a:p>
        </p:txBody>
      </p:sp>
      <p:sp>
        <p:nvSpPr>
          <p:cNvPr id="5" name="Footer Placeholder 3">
            <a:extLst>
              <a:ext uri="{FF2B5EF4-FFF2-40B4-BE49-F238E27FC236}">
                <a16:creationId xmlns:a16="http://schemas.microsoft.com/office/drawing/2014/main" id="{E4C77EC0-4873-6982-138B-77EBB60FCE21}"/>
              </a:ext>
            </a:extLst>
          </p:cNvPr>
          <p:cNvSpPr>
            <a:spLocks noGrp="1"/>
          </p:cNvSpPr>
          <p:nvPr>
            <p:ph type="ftr" sz="quarter" idx="16"/>
          </p:nvPr>
        </p:nvSpPr>
        <p:spPr>
          <a:xfrm rot="16200000" flipH="1">
            <a:off x="-1131161" y="1592957"/>
            <a:ext cx="2973522" cy="365125"/>
          </a:xfrm>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2148" y="1676967"/>
            <a:ext cx="4304208" cy="42076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9">
            <a:extLst>
              <a:ext uri="{FF2B5EF4-FFF2-40B4-BE49-F238E27FC236}">
                <a16:creationId xmlns:a16="http://schemas.microsoft.com/office/drawing/2014/main" id="{9EA9F84E-FFD2-9D14-4000-EB54F5065147}"/>
              </a:ext>
            </a:extLst>
          </p:cNvPr>
          <p:cNvSpPr>
            <a:spLocks noGrp="1"/>
          </p:cNvSpPr>
          <p:nvPr>
            <p:ph type="pic" sz="quarter" idx="18" hasCustomPrompt="1"/>
          </p:nvPr>
        </p:nvSpPr>
        <p:spPr>
          <a:xfrm>
            <a:off x="5483476" y="1694325"/>
            <a:ext cx="5990360" cy="4207696"/>
          </a:xfrm>
          <a:custGeom>
            <a:avLst/>
            <a:gdLst>
              <a:gd name="connsiteX0" fmla="*/ 2983368 w 6446520"/>
              <a:gd name="connsiteY0" fmla="*/ 0 h 4425696"/>
              <a:gd name="connsiteX1" fmla="*/ 3463152 w 6446520"/>
              <a:gd name="connsiteY1" fmla="*/ 0 h 4425696"/>
              <a:gd name="connsiteX2" fmla="*/ 3552820 w 6446520"/>
              <a:gd name="connsiteY2" fmla="*/ 7008 h 4425696"/>
              <a:gd name="connsiteX3" fmla="*/ 6446520 w 6446520"/>
              <a:gd name="connsiteY3" fmla="*/ 3302772 h 4425696"/>
              <a:gd name="connsiteX4" fmla="*/ 6446520 w 6446520"/>
              <a:gd name="connsiteY4" fmla="*/ 4425696 h 4425696"/>
              <a:gd name="connsiteX5" fmla="*/ 0 w 6446520"/>
              <a:gd name="connsiteY5" fmla="*/ 4425696 h 4425696"/>
              <a:gd name="connsiteX6" fmla="*/ 0 w 6446520"/>
              <a:gd name="connsiteY6" fmla="*/ 3302772 h 4425696"/>
              <a:gd name="connsiteX7" fmla="*/ 2893701 w 6446520"/>
              <a:gd name="connsiteY7" fmla="*/ 7008 h 4425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46520" h="4425696">
                <a:moveTo>
                  <a:pt x="2983368" y="0"/>
                </a:moveTo>
                <a:lnTo>
                  <a:pt x="3463152" y="0"/>
                </a:lnTo>
                <a:lnTo>
                  <a:pt x="3552820" y="7008"/>
                </a:lnTo>
                <a:cubicBezTo>
                  <a:pt x="5178169" y="176660"/>
                  <a:pt x="6446520" y="1587478"/>
                  <a:pt x="6446520" y="3302772"/>
                </a:cubicBezTo>
                <a:lnTo>
                  <a:pt x="6446520" y="4425696"/>
                </a:lnTo>
                <a:lnTo>
                  <a:pt x="0" y="4425696"/>
                </a:lnTo>
                <a:lnTo>
                  <a:pt x="0" y="3302772"/>
                </a:lnTo>
                <a:cubicBezTo>
                  <a:pt x="0" y="1587478"/>
                  <a:pt x="1268352" y="176660"/>
                  <a:pt x="2893701" y="7008"/>
                </a:cubicBezTo>
                <a:close/>
              </a:path>
            </a:pathLst>
          </a:custGeom>
          <a:blipFill dpi="0" rotWithShape="1">
            <a:blip r:embed="rId2">
              <a:alphaModFix amt="73000"/>
              <a:extLst>
                <a:ext uri="{28A0092B-C50C-407E-A947-70E740481C1C}">
                  <a14:useLocalDpi xmlns:a14="http://schemas.microsoft.com/office/drawing/2010/main" val="0"/>
                </a:ext>
              </a:extLst>
            </a:blip>
            <a:srcRect/>
            <a:stretch>
              <a:fillRect/>
            </a:stretch>
          </a:blipFill>
          <a:ln w="6350">
            <a:solidFill>
              <a:schemeClr val="tx1"/>
            </a:solidFill>
          </a:ln>
        </p:spPr>
        <p:txBody>
          <a:bodyPr wrap="square">
            <a:noAutofit/>
          </a:bodyPr>
          <a:lstStyle>
            <a:lvl1pPr marL="0" indent="0">
              <a:buFont typeface="Arial" panose="020B0604020202020204" pitchFamily="34" charset="0"/>
              <a:buNone/>
              <a:defRPr>
                <a:solidFill>
                  <a:schemeClr val="tx1"/>
                </a:solidFill>
              </a:defRPr>
            </a:lvl1pPr>
          </a:lstStyle>
          <a:p>
            <a:r>
              <a:rPr lang="en-US"/>
              <a:t> </a:t>
            </a:r>
          </a:p>
        </p:txBody>
      </p:sp>
      <p:sp>
        <p:nvSpPr>
          <p:cNvPr id="7" name="Date Placeholder 2">
            <a:extLst>
              <a:ext uri="{FF2B5EF4-FFF2-40B4-BE49-F238E27FC236}">
                <a16:creationId xmlns:a16="http://schemas.microsoft.com/office/drawing/2014/main" id="{B1DEFE62-48FB-6384-52E6-28C55B7237A0}"/>
              </a:ext>
            </a:extLst>
          </p:cNvPr>
          <p:cNvSpPr>
            <a:spLocks noGrp="1"/>
          </p:cNvSpPr>
          <p:nvPr>
            <p:ph type="dt" sz="half" idx="15"/>
          </p:nvPr>
        </p:nvSpPr>
        <p:spPr>
          <a:xfrm rot="5400000">
            <a:off x="10425981" y="4687095"/>
            <a:ext cx="2706690" cy="365125"/>
          </a:xfrm>
        </p:spPr>
        <p:txBody>
          <a:bodyPr/>
          <a:lstStyle>
            <a:lvl1pPr>
              <a:defRPr>
                <a:solidFill>
                  <a:schemeClr val="tx1"/>
                </a:solidFill>
              </a:defRPr>
            </a:lvl1pPr>
          </a:lstStyle>
          <a:p>
            <a:fld id="{7FA43F5B-065E-43CE-B3FD-98C48A6F94D7}" type="datetime1">
              <a:rPr lang="en-US" smtClean="0"/>
              <a:pPr/>
              <a:t>5/6/2026</a:t>
            </a:fld>
            <a:endParaRPr lang="en-US"/>
          </a:p>
        </p:txBody>
      </p:sp>
      <p:sp>
        <p:nvSpPr>
          <p:cNvPr id="11" name="Slide Number Placeholder 8">
            <a:extLst>
              <a:ext uri="{FF2B5EF4-FFF2-40B4-BE49-F238E27FC236}">
                <a16:creationId xmlns:a16="http://schemas.microsoft.com/office/drawing/2014/main" id="{70C3045B-A291-FDD5-BEE7-EB765F9DE6BB}"/>
              </a:ext>
            </a:extLst>
          </p:cNvPr>
          <p:cNvSpPr>
            <a:spLocks noGrp="1"/>
          </p:cNvSpPr>
          <p:nvPr>
            <p:ph type="sldNum" sz="quarter" idx="17"/>
          </p:nvPr>
        </p:nvSpPr>
        <p:spPr>
          <a:xfrm>
            <a:off x="11512296" y="6356350"/>
            <a:ext cx="574620" cy="365125"/>
          </a:xfrm>
        </p:spPr>
        <p:txBody>
          <a:bodyPr/>
          <a:lstStyle>
            <a:lvl1pPr>
              <a:defRPr>
                <a:solidFill>
                  <a:schemeClr val="tx1"/>
                </a:solidFill>
              </a:defRPr>
            </a:lvl1pPr>
          </a:lstStyle>
          <a:p>
            <a:fld id="{2DE90F28-AFBB-4AB2-AA79-6D3F72ED131B}" type="slidenum">
              <a:rPr lang="en-US" smtClean="0"/>
              <a:pPr/>
              <a:t>‹#›</a:t>
            </a:fld>
            <a:endParaRPr lang="en-US"/>
          </a:p>
        </p:txBody>
      </p:sp>
    </p:spTree>
    <p:extLst>
      <p:ext uri="{BB962C8B-B14F-4D97-AF65-F5344CB8AC3E}">
        <p14:creationId xmlns:p14="http://schemas.microsoft.com/office/powerpoint/2010/main" val="188708725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Number Larg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7BBF55A-D91F-143D-FBB6-73995F00EAC2}"/>
              </a:ext>
            </a:extLst>
          </p:cNvPr>
          <p:cNvSpPr>
            <a:spLocks noGrp="1"/>
          </p:cNvSpPr>
          <p:nvPr>
            <p:ph type="title"/>
          </p:nvPr>
        </p:nvSpPr>
        <p:spPr>
          <a:xfrm>
            <a:off x="2057400" y="4937761"/>
            <a:ext cx="6987537" cy="1353312"/>
          </a:xfrm>
        </p:spPr>
        <p:txBody>
          <a:bodyPr anchor="t">
            <a:normAutofit/>
          </a:bodyPr>
          <a:lstStyle>
            <a:lvl1pPr>
              <a:lnSpc>
                <a:spcPct val="110000"/>
              </a:lnSpc>
              <a:spcBef>
                <a:spcPts val="1000"/>
              </a:spcBef>
              <a:defRPr sz="2800" cap="none" baseline="0">
                <a:latin typeface="+mn-lt"/>
              </a:defRPr>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9" name="Content Placeholder 8">
            <a:extLst>
              <a:ext uri="{FF2B5EF4-FFF2-40B4-BE49-F238E27FC236}">
                <a16:creationId xmlns:a16="http://schemas.microsoft.com/office/drawing/2014/main" id="{072A4B4E-0B2F-F1BB-322A-713D1FB5F2FE}"/>
              </a:ext>
            </a:extLst>
          </p:cNvPr>
          <p:cNvSpPr>
            <a:spLocks noGrp="1"/>
          </p:cNvSpPr>
          <p:nvPr>
            <p:ph sz="quarter" idx="13" hasCustomPrompt="1"/>
          </p:nvPr>
        </p:nvSpPr>
        <p:spPr>
          <a:xfrm>
            <a:off x="2057400" y="549021"/>
            <a:ext cx="9455150" cy="4333875"/>
          </a:xfrm>
        </p:spPr>
        <p:txBody>
          <a:bodyPr anchor="b">
            <a:normAutofit/>
          </a:bodyPr>
          <a:lstStyle>
            <a:lvl1pPr>
              <a:defRPr sz="23200">
                <a:latin typeface="+mj-lt"/>
              </a:defRPr>
            </a:lvl1pPr>
          </a:lstStyle>
          <a:p>
            <a:pPr lvl="0"/>
            <a:r>
              <a:rPr lang="en-US"/>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5AD3D17-73C9-402C-91E7-BA73E6829C50}" type="datetime1">
              <a:rPr lang="en-US" smtClean="0"/>
              <a:pPr/>
              <a:t>5/6/2026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7" name="Straight Connector 6">
            <a:extLst>
              <a:ext uri="{FF2B5EF4-FFF2-40B4-BE49-F238E27FC236}">
                <a16:creationId xmlns:a16="http://schemas.microsoft.com/office/drawing/2014/main" id="{8546D47F-2AE5-2705-911C-52BBD6B7D8EA}"/>
              </a:ext>
            </a:extLst>
          </p:cNvPr>
          <p:cNvCxnSpPr>
            <a:cxnSpLocks/>
          </p:cNvCxnSpPr>
          <p:nvPr userDrawn="1"/>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65418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Number Large 2">
    <p:spTree>
      <p:nvGrpSpPr>
        <p:cNvPr id="1" name=""/>
        <p:cNvGrpSpPr/>
        <p:nvPr/>
      </p:nvGrpSpPr>
      <p:grpSpPr>
        <a:xfrm>
          <a:off x="0" y="0"/>
          <a:ext cx="0" cy="0"/>
          <a:chOff x="0" y="0"/>
          <a:chExt cx="0" cy="0"/>
        </a:xfrm>
      </p:grpSpPr>
      <p:sp>
        <p:nvSpPr>
          <p:cNvPr id="8" name="Title 9">
            <a:extLst>
              <a:ext uri="{FF2B5EF4-FFF2-40B4-BE49-F238E27FC236}">
                <a16:creationId xmlns:a16="http://schemas.microsoft.com/office/drawing/2014/main" id="{07161BC5-1283-62A1-6BD4-C13D49861D6F}"/>
              </a:ext>
            </a:extLst>
          </p:cNvPr>
          <p:cNvSpPr>
            <a:spLocks noGrp="1"/>
          </p:cNvSpPr>
          <p:nvPr>
            <p:ph type="title"/>
          </p:nvPr>
        </p:nvSpPr>
        <p:spPr>
          <a:xfrm>
            <a:off x="2333244" y="4846320"/>
            <a:ext cx="7525512" cy="1545336"/>
          </a:xfrm>
        </p:spPr>
        <p:txBody>
          <a:bodyPr anchor="t">
            <a:normAutofit/>
          </a:bodyPr>
          <a:lstStyle>
            <a:lvl1pPr algn="ctr">
              <a:lnSpc>
                <a:spcPct val="110000"/>
              </a:lnSpc>
              <a:spcBef>
                <a:spcPts val="1000"/>
              </a:spcBef>
              <a:defRPr sz="2800" cap="none" baseline="0">
                <a:latin typeface="+mn-lt"/>
              </a:defRPr>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8">
            <a:extLst>
              <a:ext uri="{FF2B5EF4-FFF2-40B4-BE49-F238E27FC236}">
                <a16:creationId xmlns:a16="http://schemas.microsoft.com/office/drawing/2014/main" id="{6217EA84-48D2-BF27-881E-1EED3BB2FA90}"/>
              </a:ext>
            </a:extLst>
          </p:cNvPr>
          <p:cNvSpPr>
            <a:spLocks noGrp="1"/>
          </p:cNvSpPr>
          <p:nvPr>
            <p:ph sz="quarter" idx="13" hasCustomPrompt="1"/>
          </p:nvPr>
        </p:nvSpPr>
        <p:spPr>
          <a:xfrm>
            <a:off x="824484" y="549021"/>
            <a:ext cx="10543032" cy="4205859"/>
          </a:xfrm>
        </p:spPr>
        <p:txBody>
          <a:bodyPr anchor="b">
            <a:normAutofit/>
          </a:bodyPr>
          <a:lstStyle>
            <a:lvl1pPr algn="ctr">
              <a:defRPr sz="23200">
                <a:latin typeface="+mj-lt"/>
              </a:defRPr>
            </a:lvl1pPr>
          </a:lstStyle>
          <a:p>
            <a:pPr lvl="0"/>
            <a:r>
              <a:rPr lang="en-US"/>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C77A7CDD-9512-40CC-9351-FC0DE186CFBD}" type="datetime1">
              <a:rPr lang="en-US" smtClean="0"/>
              <a:pPr/>
              <a:t>5/6/2026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71220700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Number Large 3">
    <p:spTree>
      <p:nvGrpSpPr>
        <p:cNvPr id="1" name=""/>
        <p:cNvGrpSpPr/>
        <p:nvPr/>
      </p:nvGrpSpPr>
      <p:grpSpPr>
        <a:xfrm>
          <a:off x="0" y="0"/>
          <a:ext cx="0" cy="0"/>
          <a:chOff x="0" y="0"/>
          <a:chExt cx="0" cy="0"/>
        </a:xfrm>
      </p:grpSpPr>
      <p:sp>
        <p:nvSpPr>
          <p:cNvPr id="8" name="Title 9">
            <a:extLst>
              <a:ext uri="{FF2B5EF4-FFF2-40B4-BE49-F238E27FC236}">
                <a16:creationId xmlns:a16="http://schemas.microsoft.com/office/drawing/2014/main" id="{7792842B-25D6-4A1E-C1C2-AEE71B415CE0}"/>
              </a:ext>
            </a:extLst>
          </p:cNvPr>
          <p:cNvSpPr>
            <a:spLocks noGrp="1"/>
          </p:cNvSpPr>
          <p:nvPr>
            <p:ph type="title"/>
          </p:nvPr>
        </p:nvSpPr>
        <p:spPr>
          <a:xfrm>
            <a:off x="7223760" y="1371600"/>
            <a:ext cx="4114800" cy="4114800"/>
          </a:xfrm>
        </p:spPr>
        <p:txBody>
          <a:bodyPr anchor="ctr">
            <a:normAutofit/>
          </a:bodyPr>
          <a:lstStyle>
            <a:lvl1pPr>
              <a:lnSpc>
                <a:spcPct val="110000"/>
              </a:lnSpc>
              <a:spcBef>
                <a:spcPts val="1000"/>
              </a:spcBef>
              <a:defRPr sz="2800" cap="none" baseline="0">
                <a:latin typeface="+mn-lt"/>
              </a:defRPr>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8">
            <a:extLst>
              <a:ext uri="{FF2B5EF4-FFF2-40B4-BE49-F238E27FC236}">
                <a16:creationId xmlns:a16="http://schemas.microsoft.com/office/drawing/2014/main" id="{12DBA1DA-C8D5-2565-57BF-FEDE64BF7000}"/>
              </a:ext>
            </a:extLst>
          </p:cNvPr>
          <p:cNvSpPr>
            <a:spLocks noGrp="1"/>
          </p:cNvSpPr>
          <p:nvPr>
            <p:ph sz="quarter" idx="13" hasCustomPrompt="1"/>
          </p:nvPr>
        </p:nvSpPr>
        <p:spPr>
          <a:xfrm>
            <a:off x="914400" y="353237"/>
            <a:ext cx="5937337" cy="6368237"/>
          </a:xfrm>
        </p:spPr>
        <p:txBody>
          <a:bodyPr anchor="ctr">
            <a:normAutofit/>
          </a:bodyPr>
          <a:lstStyle>
            <a:lvl1pPr>
              <a:lnSpc>
                <a:spcPct val="90000"/>
              </a:lnSpc>
              <a:spcBef>
                <a:spcPts val="0"/>
              </a:spcBef>
              <a:defRPr sz="23200">
                <a:latin typeface="+mj-lt"/>
              </a:defRPr>
            </a:lvl1pPr>
          </a:lstStyle>
          <a:p>
            <a:pPr lvl="0"/>
            <a:r>
              <a:rPr lang="en-US"/>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83EFCC7-B7E8-4ABE-BBCB-C75FD27800CD}" type="datetime1">
              <a:rPr lang="en-US" smtClean="0"/>
              <a:pPr/>
              <a:t>5/6/2026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55611213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Number Large 4">
    <p:spTree>
      <p:nvGrpSpPr>
        <p:cNvPr id="1" name=""/>
        <p:cNvGrpSpPr/>
        <p:nvPr/>
      </p:nvGrpSpPr>
      <p:grpSpPr>
        <a:xfrm>
          <a:off x="0" y="0"/>
          <a:ext cx="0" cy="0"/>
          <a:chOff x="0" y="0"/>
          <a:chExt cx="0" cy="0"/>
        </a:xfrm>
      </p:grpSpPr>
      <p:sp>
        <p:nvSpPr>
          <p:cNvPr id="8" name="Title 9">
            <a:extLst>
              <a:ext uri="{FF2B5EF4-FFF2-40B4-BE49-F238E27FC236}">
                <a16:creationId xmlns:a16="http://schemas.microsoft.com/office/drawing/2014/main" id="{E9039192-694E-62AB-FB7F-F6E803456FEC}"/>
              </a:ext>
            </a:extLst>
          </p:cNvPr>
          <p:cNvSpPr>
            <a:spLocks noGrp="1"/>
          </p:cNvSpPr>
          <p:nvPr>
            <p:ph type="title"/>
          </p:nvPr>
        </p:nvSpPr>
        <p:spPr>
          <a:xfrm>
            <a:off x="2333244" y="5687755"/>
            <a:ext cx="7525512" cy="603317"/>
          </a:xfrm>
        </p:spPr>
        <p:txBody>
          <a:bodyPr anchor="t">
            <a:normAutofit/>
          </a:bodyPr>
          <a:lstStyle>
            <a:lvl1pPr algn="ctr">
              <a:lnSpc>
                <a:spcPct val="110000"/>
              </a:lnSpc>
              <a:spcBef>
                <a:spcPts val="1000"/>
              </a:spcBef>
              <a:defRPr sz="2000" cap="none" baseline="0">
                <a:latin typeface="+mn-lt"/>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2" name="Content Placeholder 8">
            <a:extLst>
              <a:ext uri="{FF2B5EF4-FFF2-40B4-BE49-F238E27FC236}">
                <a16:creationId xmlns:a16="http://schemas.microsoft.com/office/drawing/2014/main" id="{669733E3-85D7-9D43-FABD-E3A6C144668D}"/>
              </a:ext>
            </a:extLst>
          </p:cNvPr>
          <p:cNvSpPr>
            <a:spLocks noGrp="1"/>
          </p:cNvSpPr>
          <p:nvPr>
            <p:ph sz="quarter" idx="13" hasCustomPrompt="1"/>
          </p:nvPr>
        </p:nvSpPr>
        <p:spPr>
          <a:xfrm>
            <a:off x="1935038" y="2390272"/>
            <a:ext cx="8321926" cy="3449054"/>
          </a:xfrm>
        </p:spPr>
        <p:txBody>
          <a:bodyPr anchor="b">
            <a:normAutofit/>
          </a:bodyPr>
          <a:lstStyle>
            <a:lvl1pPr algn="ctr">
              <a:defRPr sz="23200">
                <a:latin typeface="+mj-lt"/>
              </a:defRPr>
            </a:lvl1pPr>
          </a:lstStyle>
          <a:p>
            <a:pPr lvl="0"/>
            <a:r>
              <a:rPr lang="en-US"/>
              <a: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F140A1F3-DA5D-4F2E-B759-748FF8D0ACA9}" type="datetime1">
              <a:rPr lang="en-US" smtClean="0"/>
              <a:pPr/>
              <a:t>5/6/2026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
        <p:nvSpPr>
          <p:cNvPr id="7" name="Freeform: Shape 15">
            <a:extLst>
              <a:ext uri="{FF2B5EF4-FFF2-40B4-BE49-F238E27FC236}">
                <a16:creationId xmlns:a16="http://schemas.microsoft.com/office/drawing/2014/main" id="{CD72DDC7-047B-67C7-5CC9-82D9E661F5C0}"/>
              </a:ext>
              <a:ext uri="{C183D7F6-B498-43B3-948B-1728B52AA6E4}">
                <adec:decorative xmlns:adec="http://schemas.microsoft.com/office/drawing/2017/decorative" val="1"/>
              </a:ext>
            </a:extLst>
          </p:cNvPr>
          <p:cNvSpPr/>
          <p:nvPr userDrawn="1"/>
        </p:nvSpPr>
        <p:spPr>
          <a:xfrm rot="16200000">
            <a:off x="3057205" y="-1430380"/>
            <a:ext cx="6077590"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Tree>
    <p:extLst>
      <p:ext uri="{BB962C8B-B14F-4D97-AF65-F5344CB8AC3E}">
        <p14:creationId xmlns:p14="http://schemas.microsoft.com/office/powerpoint/2010/main" val="119838325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hasCustomPrompt="1"/>
          </p:nvPr>
        </p:nvSpPr>
        <p:spPr>
          <a:xfrm>
            <a:off x="612648" y="-1228126"/>
            <a:ext cx="10652760" cy="1133856"/>
          </a:xfrm>
        </p:spPr>
        <p:txBody>
          <a:bodyPr/>
          <a:lstStyle>
            <a:lvl1pPr>
              <a:defRPr cap="none"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EAA4897F-B66E-DAD4-F56C-6152B417CC54}"/>
              </a:ext>
            </a:extLst>
          </p:cNvPr>
          <p:cNvSpPr>
            <a:spLocks noGrp="1"/>
          </p:cNvSpPr>
          <p:nvPr>
            <p:ph sz="quarter" idx="13" hasCustomPrompt="1"/>
          </p:nvPr>
        </p:nvSpPr>
        <p:spPr>
          <a:xfrm>
            <a:off x="2624138" y="2268748"/>
            <a:ext cx="6943724" cy="3954255"/>
          </a:xfrm>
        </p:spPr>
        <p:txBody>
          <a:bodyPr anchor="ctr" anchorCtr="0">
            <a:noAutofit/>
          </a:bodyPr>
          <a:lstStyle>
            <a:lvl1pPr marL="0" indent="0" algn="ctr">
              <a:lnSpc>
                <a:spcPct val="110000"/>
              </a:lnSpc>
              <a:buNone/>
              <a:defRPr sz="4400" b="0" cap="all" baseline="0">
                <a:solidFill>
                  <a:schemeClr val="tx1"/>
                </a:solidFill>
              </a:defRPr>
            </a:lvl1pPr>
            <a:lvl2pPr marL="228600" indent="0" algn="ctr">
              <a:lnSpc>
                <a:spcPct val="110000"/>
              </a:lnSpc>
              <a:buNone/>
              <a:defRPr sz="4400" b="0" cap="all" baseline="0">
                <a:solidFill>
                  <a:schemeClr val="tx1"/>
                </a:solidFill>
              </a:defRPr>
            </a:lvl2pPr>
            <a:lvl3pPr marL="457200" indent="0" algn="ctr">
              <a:lnSpc>
                <a:spcPct val="110000"/>
              </a:lnSpc>
              <a:buNone/>
              <a:defRPr sz="4400" b="0" cap="all" baseline="0">
                <a:solidFill>
                  <a:schemeClr val="tx1"/>
                </a:solidFill>
              </a:defRPr>
            </a:lvl3pPr>
            <a:lvl4pPr marL="685800" indent="0" algn="ctr">
              <a:lnSpc>
                <a:spcPct val="110000"/>
              </a:lnSpc>
              <a:buNone/>
              <a:defRPr sz="4400" b="0" cap="all" baseline="0">
                <a:solidFill>
                  <a:schemeClr val="tx1"/>
                </a:solidFill>
              </a:defRPr>
            </a:lvl4pPr>
            <a:lvl5pPr marL="914400" indent="0" algn="ctr">
              <a:lnSpc>
                <a:spcPct val="110000"/>
              </a:lnSpc>
              <a:buNone/>
              <a:defRPr sz="4400" b="0" cap="all"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F140A1F3-DA5D-4F2E-B759-748FF8D0ACA9}" type="datetime1">
              <a:rPr lang="en-US" smtClean="0"/>
              <a:pPr/>
              <a:t>5/6/2026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
        <p:nvSpPr>
          <p:cNvPr id="6" name="Freeform: Shape 15">
            <a:extLst>
              <a:ext uri="{FF2B5EF4-FFF2-40B4-BE49-F238E27FC236}">
                <a16:creationId xmlns:a16="http://schemas.microsoft.com/office/drawing/2014/main" id="{8EFA7EFC-C6F9-B1D5-025F-824C1CE9A204}"/>
              </a:ext>
              <a:ext uri="{C183D7F6-B498-43B3-948B-1728B52AA6E4}">
                <adec:decorative xmlns:adec="http://schemas.microsoft.com/office/drawing/2017/decorative" val="1"/>
              </a:ext>
            </a:extLst>
          </p:cNvPr>
          <p:cNvSpPr/>
          <p:nvPr userDrawn="1"/>
        </p:nvSpPr>
        <p:spPr>
          <a:xfrm rot="16200000">
            <a:off x="3057205" y="-1430380"/>
            <a:ext cx="6077590"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Tree>
    <p:extLst>
      <p:ext uri="{BB962C8B-B14F-4D97-AF65-F5344CB8AC3E}">
        <p14:creationId xmlns:p14="http://schemas.microsoft.com/office/powerpoint/2010/main" val="250471134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228126"/>
            <a:ext cx="10652760" cy="1133856"/>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914400" y="2194560"/>
            <a:ext cx="8266176" cy="4142232"/>
          </a:xfrm>
        </p:spPr>
        <p:txBody>
          <a:bodyPr anchor="t" anchorCtr="0">
            <a:noAutofit/>
          </a:bodyPr>
          <a:lstStyle>
            <a:lvl1pPr marL="0" indent="0">
              <a:lnSpc>
                <a:spcPct val="100000"/>
              </a:lnSpc>
              <a:buNone/>
              <a:defRPr sz="4400" b="0" cap="all" baseline="0">
                <a:solidFill>
                  <a:schemeClr val="tx1"/>
                </a:solidFill>
              </a:defRPr>
            </a:lvl1pPr>
            <a:lvl2pPr marL="228600" indent="0">
              <a:lnSpc>
                <a:spcPct val="100000"/>
              </a:lnSpc>
              <a:buNone/>
              <a:defRPr sz="4000" b="0" cap="all" baseline="0">
                <a:solidFill>
                  <a:schemeClr val="tx1"/>
                </a:solidFill>
              </a:defRPr>
            </a:lvl2pPr>
            <a:lvl3pPr marL="457200" indent="0">
              <a:lnSpc>
                <a:spcPct val="100000"/>
              </a:lnSpc>
              <a:buNone/>
              <a:defRPr sz="3600" b="0" cap="all" baseline="0">
                <a:solidFill>
                  <a:schemeClr val="tx1"/>
                </a:solidFill>
              </a:defRPr>
            </a:lvl3pPr>
            <a:lvl4pPr marL="685800" indent="0">
              <a:lnSpc>
                <a:spcPct val="100000"/>
              </a:lnSpc>
              <a:buNone/>
              <a:defRPr sz="3200" b="0" cap="all" baseline="0">
                <a:solidFill>
                  <a:schemeClr val="tx1"/>
                </a:solidFill>
              </a:defRPr>
            </a:lvl4pPr>
            <a:lvl5pPr marL="914400" indent="0">
              <a:lnSpc>
                <a:spcPct val="100000"/>
              </a:lnSpc>
              <a:buNone/>
              <a:defRPr sz="2800" b="0" cap="all"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301B1322-4C31-4D1F-88B1-5F79F56892AE}" type="datetime1">
              <a:rPr lang="en-US" smtClean="0"/>
              <a:pPr/>
              <a:t>5/6/2026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88142367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228126"/>
            <a:ext cx="10652760" cy="1133856"/>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2057400" y="914399"/>
            <a:ext cx="8266176" cy="5308603"/>
          </a:xfrm>
        </p:spPr>
        <p:txBody>
          <a:bodyPr anchor="b">
            <a:noAutofit/>
          </a:bodyPr>
          <a:lstStyle>
            <a:lvl1pPr marL="0" indent="0">
              <a:lnSpc>
                <a:spcPct val="100000"/>
              </a:lnSpc>
              <a:buNone/>
              <a:defRPr sz="6000" b="0" cap="all" baseline="0">
                <a:solidFill>
                  <a:schemeClr val="tx1"/>
                </a:solidFill>
              </a:defRPr>
            </a:lvl1pPr>
            <a:lvl2pPr marL="228600" indent="0">
              <a:lnSpc>
                <a:spcPct val="100000"/>
              </a:lnSpc>
              <a:buNone/>
              <a:defRPr sz="4800" b="0" cap="all" baseline="0">
                <a:solidFill>
                  <a:schemeClr val="tx1"/>
                </a:solidFill>
              </a:defRPr>
            </a:lvl2pPr>
            <a:lvl3pPr marL="457200" indent="0">
              <a:lnSpc>
                <a:spcPct val="100000"/>
              </a:lnSpc>
              <a:buNone/>
              <a:defRPr sz="4400" b="0" cap="all" baseline="0">
                <a:solidFill>
                  <a:schemeClr val="tx1"/>
                </a:solidFill>
              </a:defRPr>
            </a:lvl3pPr>
            <a:lvl4pPr marL="685800" indent="0">
              <a:lnSpc>
                <a:spcPct val="100000"/>
              </a:lnSpc>
              <a:buNone/>
              <a:defRPr sz="4000" b="0" cap="all" baseline="0">
                <a:solidFill>
                  <a:schemeClr val="tx1"/>
                </a:solidFill>
              </a:defRPr>
            </a:lvl4pPr>
            <a:lvl5pPr marL="914400" indent="0">
              <a:lnSpc>
                <a:spcPct val="100000"/>
              </a:lnSpc>
              <a:buNone/>
              <a:defRPr sz="3600" b="0" cap="all"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507735E4-737B-43D4-B991-92C3D63DE68F}" type="datetime1">
              <a:rPr lang="en-US" smtClean="0"/>
              <a:pPr/>
              <a:t>5/6/2026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6" name="Straight Connector 5">
            <a:extLst>
              <a:ext uri="{FF2B5EF4-FFF2-40B4-BE49-F238E27FC236}">
                <a16:creationId xmlns:a16="http://schemas.microsoft.com/office/drawing/2014/main" id="{EB4D1622-620E-FFB0-8FFF-DB6230E152A6}"/>
              </a:ext>
            </a:extLst>
          </p:cNvPr>
          <p:cNvCxnSpPr>
            <a:cxnSpLocks/>
          </p:cNvCxnSpPr>
          <p:nvPr/>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5892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Statem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228126"/>
            <a:ext cx="10652760" cy="1133856"/>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2057400" y="914400"/>
            <a:ext cx="8266176" cy="5029200"/>
          </a:xfrm>
        </p:spPr>
        <p:txBody>
          <a:bodyPr anchor="ctr">
            <a:noAutofit/>
          </a:bodyPr>
          <a:lstStyle>
            <a:lvl1pPr marL="0" indent="0">
              <a:lnSpc>
                <a:spcPct val="100000"/>
              </a:lnSpc>
              <a:buNone/>
              <a:defRPr sz="6000" b="0" cap="all" baseline="0">
                <a:solidFill>
                  <a:schemeClr val="tx1"/>
                </a:solidFill>
              </a:defRPr>
            </a:lvl1pPr>
            <a:lvl2pPr marL="228600" indent="0">
              <a:lnSpc>
                <a:spcPct val="100000"/>
              </a:lnSpc>
              <a:buNone/>
              <a:defRPr sz="4800" b="0" cap="all" baseline="0">
                <a:solidFill>
                  <a:schemeClr val="tx1"/>
                </a:solidFill>
              </a:defRPr>
            </a:lvl2pPr>
            <a:lvl3pPr marL="457200" indent="0">
              <a:lnSpc>
                <a:spcPct val="100000"/>
              </a:lnSpc>
              <a:buNone/>
              <a:defRPr sz="4400" b="0" cap="all" baseline="0">
                <a:solidFill>
                  <a:schemeClr val="tx1"/>
                </a:solidFill>
              </a:defRPr>
            </a:lvl3pPr>
            <a:lvl4pPr marL="685800" indent="0">
              <a:lnSpc>
                <a:spcPct val="100000"/>
              </a:lnSpc>
              <a:buNone/>
              <a:defRPr sz="4000" b="0" cap="all" baseline="0">
                <a:solidFill>
                  <a:schemeClr val="tx1"/>
                </a:solidFill>
              </a:defRPr>
            </a:lvl4pPr>
            <a:lvl5pPr marL="914400" indent="0">
              <a:lnSpc>
                <a:spcPct val="100000"/>
              </a:lnSpc>
              <a:buNone/>
              <a:defRPr sz="3600" b="0" cap="all"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507735E4-737B-43D4-B991-92C3D63DE68F}" type="datetime1">
              <a:rPr lang="en-US" smtClean="0"/>
              <a:pPr/>
              <a:t>5/6/2026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6" name="Straight Connector 5">
            <a:extLst>
              <a:ext uri="{FF2B5EF4-FFF2-40B4-BE49-F238E27FC236}">
                <a16:creationId xmlns:a16="http://schemas.microsoft.com/office/drawing/2014/main" id="{EB4D1622-620E-FFB0-8FFF-DB6230E152A6}"/>
              </a:ext>
            </a:extLst>
          </p:cNvPr>
          <p:cNvCxnSpPr>
            <a:cxnSpLocks/>
          </p:cNvCxnSpPr>
          <p:nvPr/>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315475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6D87B9B-22A3-322E-B7E8-223255AD0957}"/>
              </a:ext>
            </a:extLst>
          </p:cNvPr>
          <p:cNvSpPr>
            <a:spLocks noGrp="1"/>
          </p:cNvSpPr>
          <p:nvPr>
            <p:ph type="title" hasCustomPrompt="1"/>
          </p:nvPr>
        </p:nvSpPr>
        <p:spPr>
          <a:xfrm>
            <a:off x="2940168" y="5669280"/>
            <a:ext cx="6311664" cy="466344"/>
          </a:xfrm>
        </p:spPr>
        <p:txBody>
          <a:bodyPr anchor="ctr">
            <a:normAutofit/>
          </a:bodyPr>
          <a:lstStyle>
            <a:lvl1pPr algn="ctr">
              <a:lnSpc>
                <a:spcPct val="110000"/>
              </a:lnSpc>
              <a:spcBef>
                <a:spcPts val="1000"/>
              </a:spcBef>
              <a:defRPr sz="1800" cap="all" baseline="0">
                <a:latin typeface="+mn-lt"/>
              </a:defRPr>
            </a:lvl1pPr>
          </a:lstStyle>
          <a:p>
            <a:r>
              <a:rPr lang="en-US"/>
              <a:t>Quote Author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8">
            <a:extLst>
              <a:ext uri="{FF2B5EF4-FFF2-40B4-BE49-F238E27FC236}">
                <a16:creationId xmlns:a16="http://schemas.microsoft.com/office/drawing/2014/main" id="{6A9BC83F-8FE5-5223-2B3A-6E122D336309}"/>
              </a:ext>
            </a:extLst>
          </p:cNvPr>
          <p:cNvSpPr>
            <a:spLocks noGrp="1"/>
          </p:cNvSpPr>
          <p:nvPr>
            <p:ph sz="quarter" idx="13" hasCustomPrompt="1"/>
          </p:nvPr>
        </p:nvSpPr>
        <p:spPr>
          <a:xfrm>
            <a:off x="2597135" y="1744578"/>
            <a:ext cx="6997730" cy="3507906"/>
          </a:xfrm>
        </p:spPr>
        <p:txBody>
          <a:bodyPr anchor="b">
            <a:normAutofit/>
          </a:bodyPr>
          <a:lstStyle>
            <a:lvl1pPr algn="ctr">
              <a:lnSpc>
                <a:spcPct val="100000"/>
              </a:lnSpc>
              <a:spcBef>
                <a:spcPts val="0"/>
              </a:spcBef>
              <a:defRPr sz="6000" cap="all" baseline="0">
                <a:latin typeface="+mn-lt"/>
              </a:defRPr>
            </a:lvl1pPr>
          </a:lstStyle>
          <a:p>
            <a:pPr lvl="0"/>
            <a:r>
              <a:rPr lang="en-US"/>
              <a:t>Click to add Quote</a:t>
            </a:r>
          </a:p>
        </p:txBody>
      </p:sp>
      <p:sp>
        <p:nvSpPr>
          <p:cNvPr id="9" name="Freeform: Shape 15">
            <a:extLst>
              <a:ext uri="{FF2B5EF4-FFF2-40B4-BE49-F238E27FC236}">
                <a16:creationId xmlns:a16="http://schemas.microsoft.com/office/drawing/2014/main" id="{9F353A57-FA3C-A68C-4908-E774A52CB1B6}"/>
              </a:ext>
              <a:ext uri="{C183D7F6-B498-43B3-948B-1728B52AA6E4}">
                <adec:decorative xmlns:adec="http://schemas.microsoft.com/office/drawing/2017/decorative" val="1"/>
              </a:ext>
            </a:extLst>
          </p:cNvPr>
          <p:cNvSpPr/>
          <p:nvPr userDrawn="1"/>
        </p:nvSpPr>
        <p:spPr>
          <a:xfrm rot="16200000">
            <a:off x="2811380" y="-1681974"/>
            <a:ext cx="6569242"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D63035D-22A0-4334-A9AE-2457016C8B47}" type="datetime1">
              <a:rPr lang="en-US" smtClean="0"/>
              <a:pPr/>
              <a:t>5/6/2026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36826745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Quote 2">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63008E7D-CE80-FED6-37C3-0C80349764CF}"/>
              </a:ext>
            </a:extLst>
          </p:cNvPr>
          <p:cNvSpPr>
            <a:spLocks noGrp="1"/>
          </p:cNvSpPr>
          <p:nvPr>
            <p:ph type="title" hasCustomPrompt="1"/>
          </p:nvPr>
        </p:nvSpPr>
        <p:spPr>
          <a:xfrm>
            <a:off x="2057386" y="5349240"/>
            <a:ext cx="9052559" cy="466344"/>
          </a:xfrm>
        </p:spPr>
        <p:txBody>
          <a:bodyPr anchor="ctr">
            <a:normAutofit/>
          </a:bodyPr>
          <a:lstStyle>
            <a:lvl1pPr>
              <a:defRPr sz="1800">
                <a:latin typeface="+mn-lt"/>
              </a:defRPr>
            </a:lvl1pPr>
          </a:lstStyle>
          <a:p>
            <a:r>
              <a:rPr lang="en-US"/>
              <a:t>Quote Author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lgn="l" rtl="1">
              <a:defRPr>
                <a:solidFill>
                  <a:schemeClr val="tx1"/>
                </a:solidFill>
              </a:defRPr>
            </a:lvl1pPr>
          </a:lstStyle>
          <a:p>
            <a:r>
              <a:rPr lang="en-US"/>
              <a:t>Sample Footer Text</a:t>
            </a:r>
          </a:p>
        </p:txBody>
      </p:sp>
      <p:sp>
        <p:nvSpPr>
          <p:cNvPr id="10" name="Content Placeholder 12">
            <a:extLst>
              <a:ext uri="{FF2B5EF4-FFF2-40B4-BE49-F238E27FC236}">
                <a16:creationId xmlns:a16="http://schemas.microsoft.com/office/drawing/2014/main" id="{4858928B-5A9F-47D7-A728-92043F9C616D}"/>
              </a:ext>
            </a:extLst>
          </p:cNvPr>
          <p:cNvSpPr>
            <a:spLocks noGrp="1"/>
          </p:cNvSpPr>
          <p:nvPr>
            <p:ph sz="quarter" idx="15" hasCustomPrompt="1"/>
          </p:nvPr>
        </p:nvSpPr>
        <p:spPr>
          <a:xfrm>
            <a:off x="2057387" y="1344168"/>
            <a:ext cx="9052559" cy="3291840"/>
          </a:xfrm>
        </p:spPr>
        <p:txBody>
          <a:bodyPr anchor="ctr">
            <a:normAutofit/>
          </a:bodyPr>
          <a:lstStyle>
            <a:lvl1pPr>
              <a:lnSpc>
                <a:spcPct val="100000"/>
              </a:lnSpc>
              <a:spcBef>
                <a:spcPts val="0"/>
              </a:spcBef>
              <a:defRPr sz="5400" cap="all" baseline="0"/>
            </a:lvl1pPr>
          </a:lstStyle>
          <a:p>
            <a:pPr lvl="0"/>
            <a:r>
              <a:rPr lang="en-US"/>
              <a:t>Click to add Quote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lgn="l" rtl="1">
              <a:defRPr>
                <a:solidFill>
                  <a:schemeClr val="tx1"/>
                </a:solidFill>
              </a:defRPr>
            </a:lvl1pPr>
          </a:lstStyle>
          <a:p>
            <a:fld id="{29247CA6-BC1D-429A-A289-4E939E49554A}" type="datetime1">
              <a:rPr lang="en-US" smtClean="0"/>
              <a:pPr/>
              <a:t>5/6/2026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rtl="1">
              <a:defRPr>
                <a:solidFill>
                  <a:schemeClr val="tx1"/>
                </a:solidFill>
              </a:defRPr>
            </a:lvl1pPr>
          </a:lstStyle>
          <a:p>
            <a:fld id="{CC057153-B650-4DEB-B370-79DDCFDCE934}" type="slidenum">
              <a:rPr lang="en-US" smtClean="0"/>
              <a:pPr/>
              <a:t>‹#›</a:t>
            </a:fld>
            <a:endParaRPr lang="en-US"/>
          </a:p>
        </p:txBody>
      </p:sp>
      <p:cxnSp>
        <p:nvCxnSpPr>
          <p:cNvPr id="7" name="Straight Connector 6">
            <a:extLst>
              <a:ext uri="{FF2B5EF4-FFF2-40B4-BE49-F238E27FC236}">
                <a16:creationId xmlns:a16="http://schemas.microsoft.com/office/drawing/2014/main" id="{AC7AD265-7A5D-626D-3F70-B7BA0D0172D9}"/>
              </a:ext>
            </a:extLst>
          </p:cNvPr>
          <p:cNvCxnSpPr>
            <a:cxnSpLocks/>
          </p:cNvCxnSpPr>
          <p:nvPr userDrawn="1"/>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332889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Quote 3">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89CADAEB-D17D-F975-9A7E-9ECADE7C15A6}"/>
              </a:ext>
            </a:extLst>
          </p:cNvPr>
          <p:cNvSpPr>
            <a:spLocks noGrp="1"/>
          </p:cNvSpPr>
          <p:nvPr>
            <p:ph type="title" hasCustomPrompt="1"/>
          </p:nvPr>
        </p:nvSpPr>
        <p:spPr>
          <a:xfrm>
            <a:off x="914398" y="5529263"/>
            <a:ext cx="8961121" cy="977900"/>
          </a:xfrm>
        </p:spPr>
        <p:txBody>
          <a:bodyPr anchor="ctr">
            <a:normAutofit/>
          </a:bodyPr>
          <a:lstStyle>
            <a:lvl1pPr>
              <a:defRPr sz="1800">
                <a:latin typeface="+mn-lt"/>
              </a:defRPr>
            </a:lvl1pPr>
          </a:lstStyle>
          <a:p>
            <a:r>
              <a:rPr lang="en-US"/>
              <a:t>Quote Author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lgn="l" rtl="1">
              <a:defRPr/>
            </a:lvl1pPr>
          </a:lstStyle>
          <a:p>
            <a:r>
              <a:rPr lang="en-US"/>
              <a:t>Sample Footer Text</a:t>
            </a:r>
          </a:p>
        </p:txBody>
      </p:sp>
      <p:sp>
        <p:nvSpPr>
          <p:cNvPr id="13" name="Content Placeholder 12">
            <a:extLst>
              <a:ext uri="{FF2B5EF4-FFF2-40B4-BE49-F238E27FC236}">
                <a16:creationId xmlns:a16="http://schemas.microsoft.com/office/drawing/2014/main" id="{E77C66A4-AAA2-6143-2AAE-5C8823111D3A}"/>
              </a:ext>
            </a:extLst>
          </p:cNvPr>
          <p:cNvSpPr>
            <a:spLocks noGrp="1"/>
          </p:cNvSpPr>
          <p:nvPr>
            <p:ph sz="quarter" idx="15" hasCustomPrompt="1"/>
          </p:nvPr>
        </p:nvSpPr>
        <p:spPr>
          <a:xfrm>
            <a:off x="914400" y="1005839"/>
            <a:ext cx="8961438" cy="3751899"/>
          </a:xfrm>
        </p:spPr>
        <p:txBody>
          <a:bodyPr>
            <a:normAutofit/>
          </a:bodyPr>
          <a:lstStyle>
            <a:lvl1pPr>
              <a:lnSpc>
                <a:spcPct val="100000"/>
              </a:lnSpc>
              <a:spcBef>
                <a:spcPts val="0"/>
              </a:spcBef>
              <a:defRPr sz="6000" cap="all" baseline="0"/>
            </a:lvl1pPr>
          </a:lstStyle>
          <a:p>
            <a:pPr lvl="0"/>
            <a:r>
              <a:rPr lang="en-US"/>
              <a:t>Click to add Quote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lgn="l" rtl="1">
              <a:defRPr/>
            </a:lvl1pPr>
          </a:lstStyle>
          <a:p>
            <a:fld id="{DF8418BD-2BA9-41CB-AB89-625779A7563D}" type="datetime1">
              <a:rPr lang="en-US" smtClean="0"/>
              <a:pPr/>
              <a:t>5/6/2026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rtl="1">
              <a:defRPr/>
            </a:lvl1pPr>
          </a:lstStyle>
          <a:p>
            <a:fld id="{CC057153-B650-4DEB-B370-79DDCFDCE934}" type="slidenum">
              <a:rPr lang="en-US" smtClean="0"/>
              <a:pPr/>
              <a:t>‹#›</a:t>
            </a:fld>
            <a:endParaRPr lang="en-US"/>
          </a:p>
        </p:txBody>
      </p:sp>
      <p:cxnSp>
        <p:nvCxnSpPr>
          <p:cNvPr id="7" name="Straight Connector 6">
            <a:extLst>
              <a:ext uri="{FF2B5EF4-FFF2-40B4-BE49-F238E27FC236}">
                <a16:creationId xmlns:a16="http://schemas.microsoft.com/office/drawing/2014/main" id="{05852FC1-DF85-9E04-E064-E263DDD72C88}"/>
              </a:ext>
              <a:ext uri="{C183D7F6-B498-43B3-948B-1728B52AA6E4}">
                <adec:decorative xmlns:adec="http://schemas.microsoft.com/office/drawing/2017/decorative" val="1"/>
              </a:ext>
            </a:extLst>
          </p:cNvPr>
          <p:cNvCxnSpPr>
            <a:cxnSpLocks/>
          </p:cNvCxnSpPr>
          <p:nvPr userDrawn="1"/>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523236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Content Placeholder 3">
            <a:extLst>
              <a:ext uri="{FF2B5EF4-FFF2-40B4-BE49-F238E27FC236}">
                <a16:creationId xmlns:a16="http://schemas.microsoft.com/office/drawing/2014/main" id="{2172FE6B-A4D8-8ED7-89D7-5E7F2C5B8F5F}"/>
              </a:ext>
            </a:extLst>
          </p:cNvPr>
          <p:cNvSpPr>
            <a:spLocks noGrp="1"/>
          </p:cNvSpPr>
          <p:nvPr>
            <p:ph sz="quarter" idx="15"/>
          </p:nvPr>
        </p:nvSpPr>
        <p:spPr>
          <a:xfrm>
            <a:off x="731838" y="2103438"/>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686405AE-ED31-677D-86D8-01EAD583735E}"/>
              </a:ext>
            </a:extLst>
          </p:cNvPr>
          <p:cNvSpPr>
            <a:spLocks noGrp="1"/>
          </p:cNvSpPr>
          <p:nvPr>
            <p:ph sz="quarter" idx="16"/>
          </p:nvPr>
        </p:nvSpPr>
        <p:spPr>
          <a:xfrm>
            <a:off x="6284947" y="2103121"/>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9E765B10-D26A-480A-9509-A9831C5E60D8}" type="datetime1">
              <a:rPr lang="en-US" smtClean="0"/>
              <a:pPr/>
              <a:t>5/6/2026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84083431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85A6F3D-6630-C2E0-DC0A-6D2C0AACFF58}"/>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31520" y="2103120"/>
            <a:ext cx="5157787"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3">
            <a:extLst>
              <a:ext uri="{FF2B5EF4-FFF2-40B4-BE49-F238E27FC236}">
                <a16:creationId xmlns:a16="http://schemas.microsoft.com/office/drawing/2014/main" id="{9C38DBB1-A1FA-A460-88C8-B05F1570CA97}"/>
              </a:ext>
            </a:extLst>
          </p:cNvPr>
          <p:cNvSpPr>
            <a:spLocks noGrp="1"/>
          </p:cNvSpPr>
          <p:nvPr>
            <p:ph sz="quarter" idx="15"/>
          </p:nvPr>
        </p:nvSpPr>
        <p:spPr>
          <a:xfrm>
            <a:off x="731838" y="2743200"/>
            <a:ext cx="5157187"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09360" y="2103120"/>
            <a:ext cx="5183188"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82D763CC-A010-6A2B-FEF3-388EAC8417D7}"/>
              </a:ext>
            </a:extLst>
          </p:cNvPr>
          <p:cNvSpPr>
            <a:spLocks noGrp="1"/>
          </p:cNvSpPr>
          <p:nvPr>
            <p:ph sz="quarter" idx="16"/>
          </p:nvPr>
        </p:nvSpPr>
        <p:spPr>
          <a:xfrm>
            <a:off x="6309361" y="2743200"/>
            <a:ext cx="5183188"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lvl1pPr>
              <a:defRPr>
                <a:solidFill>
                  <a:schemeClr val="tx1"/>
                </a:solidFill>
              </a:defRPr>
            </a:lvl1pPr>
          </a:lstStyle>
          <a:p>
            <a:fld id="{5BCCB42A-67CE-499B-A4FA-7D4E4469B142}" type="datetime1">
              <a:rPr lang="en-US" smtClean="0"/>
              <a:pPr/>
              <a:t>5/6/2026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13226210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Only ">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0796BC8-E1B7-E6D6-E86F-4A5CAECDFEFC}"/>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EF9E5040-F7E0-40EC-B8E9-CED28200FAA3}" type="datetime1">
              <a:rPr lang="en-US" smtClean="0"/>
              <a:pPr/>
              <a:t>5/6/2026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70221353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87CFF128-BAC7-4E0D-8F77-28A571D93B6F}" type="datetime1">
              <a:rPr lang="en-US" smtClean="0"/>
              <a:pPr/>
              <a:t>5/6/2026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10085960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731520" y="553616"/>
            <a:ext cx="3595634" cy="1757505"/>
          </a:xfrm>
        </p:spPr>
        <p:txBody>
          <a:bodyPr anchor="t">
            <a:normAutofit/>
          </a:bodyPr>
          <a:lstStyle>
            <a:lvl1pPr>
              <a:defRPr sz="3200" baseline="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731520" y="2311121"/>
            <a:ext cx="3595634" cy="3993263"/>
          </a:xfrm>
        </p:spPr>
        <p:txBody>
          <a:bodyPr anchor="t">
            <a:normAutofit/>
          </a:bodyPr>
          <a:lstStyle>
            <a:lvl1pPr marL="0" indent="0">
              <a:buNone/>
              <a:defRPr sz="18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46320" y="553615"/>
            <a:ext cx="6440258" cy="5755109"/>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lvl1pPr>
              <a:defRPr>
                <a:solidFill>
                  <a:schemeClr val="tx1"/>
                </a:solidFill>
              </a:defRPr>
            </a:lvl1pPr>
          </a:lstStyle>
          <a:p>
            <a:fld id="{12DB3EA1-DD0C-4B8D-8364-52024B4530F1}" type="datetime1">
              <a:rPr lang="en-US" smtClean="0"/>
              <a:pPr/>
              <a:t>5/6/2026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8" name="Straight Connector 7">
            <a:extLst>
              <a:ext uri="{FF2B5EF4-FFF2-40B4-BE49-F238E27FC236}">
                <a16:creationId xmlns:a16="http://schemas.microsoft.com/office/drawing/2014/main" id="{3A126498-5D70-71A2-A52F-877C850B34BC}"/>
              </a:ext>
              <a:ext uri="{C183D7F6-B498-43B3-948B-1728B52AA6E4}">
                <adec:decorative xmlns:adec="http://schemas.microsoft.com/office/drawing/2017/decorative" val="1"/>
              </a:ext>
            </a:extLst>
          </p:cNvPr>
          <p:cNvCxnSpPr>
            <a:cxnSpLocks/>
          </p:cNvCxnSpPr>
          <p:nvPr/>
        </p:nvCxnSpPr>
        <p:spPr>
          <a:xfrm>
            <a:off x="457586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215885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375F4D28-38E0-121F-D54D-1FCE2D6321C8}"/>
              </a:ext>
            </a:extLst>
          </p:cNvPr>
          <p:cNvSpPr>
            <a:spLocks noGrp="1"/>
          </p:cNvSpPr>
          <p:nvPr>
            <p:ph type="title"/>
          </p:nvPr>
        </p:nvSpPr>
        <p:spPr>
          <a:xfrm>
            <a:off x="731520" y="553616"/>
            <a:ext cx="3595634" cy="2250544"/>
          </a:xfrm>
        </p:spPr>
        <p:txBody>
          <a:bodyPr anchor="t">
            <a:normAutofit/>
          </a:bodyPr>
          <a:lstStyle>
            <a:lvl1pPr>
              <a:defRPr sz="3200" baseline="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Text Placeholder 3">
            <a:extLst>
              <a:ext uri="{FF2B5EF4-FFF2-40B4-BE49-F238E27FC236}">
                <a16:creationId xmlns:a16="http://schemas.microsoft.com/office/drawing/2014/main" id="{23EFCC9B-CBB5-5DB3-0C1A-D7607EED4E32}"/>
              </a:ext>
            </a:extLst>
          </p:cNvPr>
          <p:cNvSpPr>
            <a:spLocks noGrp="1"/>
          </p:cNvSpPr>
          <p:nvPr>
            <p:ph type="body" sz="half" idx="14"/>
          </p:nvPr>
        </p:nvSpPr>
        <p:spPr>
          <a:xfrm>
            <a:off x="731520" y="2931865"/>
            <a:ext cx="3595634" cy="3372519"/>
          </a:xfrm>
        </p:spPr>
        <p:txBody>
          <a:bodyPr anchor="b">
            <a:normAutofit/>
          </a:bodyPr>
          <a:lstStyle>
            <a:lvl1pPr marL="0" indent="0">
              <a:buNone/>
              <a:defRPr sz="18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Picture Placeholder 9">
            <a:extLst>
              <a:ext uri="{FF2B5EF4-FFF2-40B4-BE49-F238E27FC236}">
                <a16:creationId xmlns:a16="http://schemas.microsoft.com/office/drawing/2014/main" id="{71602F00-69F8-D44C-0F84-384694CA224A}"/>
              </a:ext>
            </a:extLst>
          </p:cNvPr>
          <p:cNvSpPr>
            <a:spLocks noGrp="1"/>
          </p:cNvSpPr>
          <p:nvPr>
            <p:ph type="pic" sz="quarter" idx="13" hasCustomPrompt="1"/>
          </p:nvPr>
        </p:nvSpPr>
        <p:spPr>
          <a:xfrm>
            <a:off x="5091497" y="598627"/>
            <a:ext cx="6304337" cy="5775923"/>
          </a:xfrm>
          <a:custGeom>
            <a:avLst/>
            <a:gdLst>
              <a:gd name="connsiteX0" fmla="*/ 2701640 w 5403280"/>
              <a:gd name="connsiteY0" fmla="*/ 0 h 5258929"/>
              <a:gd name="connsiteX1" fmla="*/ 5403280 w 5403280"/>
              <a:gd name="connsiteY1" fmla="*/ 2701640 h 5258929"/>
              <a:gd name="connsiteX2" fmla="*/ 5403280 w 5403280"/>
              <a:gd name="connsiteY2" fmla="*/ 5258929 h 5258929"/>
              <a:gd name="connsiteX3" fmla="*/ 0 w 5403280"/>
              <a:gd name="connsiteY3" fmla="*/ 5258929 h 5258929"/>
              <a:gd name="connsiteX4" fmla="*/ 0 w 5403280"/>
              <a:gd name="connsiteY4" fmla="*/ 2701640 h 5258929"/>
              <a:gd name="connsiteX5" fmla="*/ 2701640 w 5403280"/>
              <a:gd name="connsiteY5" fmla="*/ 0 h 525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a:defRPr>
                <a:solidFill>
                  <a:schemeClr val="tx1"/>
                </a:solidFill>
              </a:defRPr>
            </a:lvl1pPr>
          </a:lstStyle>
          <a:p>
            <a:r>
              <a:rPr lang="en-US"/>
              <a:t> </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lvl1pPr>
              <a:defRPr>
                <a:solidFill>
                  <a:schemeClr val="tx1"/>
                </a:solidFill>
              </a:defRPr>
            </a:lvl1pPr>
          </a:lstStyle>
          <a:p>
            <a:fld id="{3D157344-9CC7-412D-8C20-072BE86D5A11}" type="datetime1">
              <a:rPr lang="en-US" smtClean="0"/>
              <a:pPr/>
              <a:t>5/6/2026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44789041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457200"/>
            <a:ext cx="7342307" cy="1133856"/>
          </a:xfrm>
          <a:noFill/>
        </p:spPr>
        <p:txBody>
          <a:bodyPr anchor="b">
            <a:noAutofit/>
          </a:bodyPr>
          <a:lstStyle>
            <a:lvl1pPr>
              <a:defRPr sz="6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noFill/>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41248" y="2624328"/>
            <a:ext cx="10424160" cy="3200400"/>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noFill/>
        </p:spPr>
        <p:txBody>
          <a:bodyPr/>
          <a:lstStyle>
            <a:lvl1pPr>
              <a:defRPr>
                <a:solidFill>
                  <a:schemeClr val="tx1"/>
                </a:solidFill>
              </a:defRPr>
            </a:lvl1pPr>
          </a:lstStyle>
          <a:p>
            <a:fld id="{157987AA-E4E6-4FC1-BAD8-09A952212C58}" type="datetime1">
              <a:rPr lang="en-US" smtClean="0"/>
              <a:pPr/>
              <a:t>5/6/2026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noFill/>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67303564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sp>
        <p:nvSpPr>
          <p:cNvPr id="8" name="Title 6">
            <a:extLst>
              <a:ext uri="{FF2B5EF4-FFF2-40B4-BE49-F238E27FC236}">
                <a16:creationId xmlns:a16="http://schemas.microsoft.com/office/drawing/2014/main" id="{CE8CC034-C652-239B-0064-9B0543AC25C5}"/>
              </a:ext>
            </a:extLst>
          </p:cNvPr>
          <p:cNvSpPr>
            <a:spLocks noGrp="1"/>
          </p:cNvSpPr>
          <p:nvPr>
            <p:ph type="title"/>
          </p:nvPr>
        </p:nvSpPr>
        <p:spPr>
          <a:xfrm>
            <a:off x="731520" y="365760"/>
            <a:ext cx="10741152" cy="1132258"/>
          </a:xfrm>
        </p:spPr>
        <p:txBody>
          <a:bodyPr/>
          <a:lstStyle>
            <a:lvl1pPr>
              <a:defRPr lang="en-US" dirty="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2" name="Content Placeholder 7">
            <a:extLst>
              <a:ext uri="{FF2B5EF4-FFF2-40B4-BE49-F238E27FC236}">
                <a16:creationId xmlns:a16="http://schemas.microsoft.com/office/drawing/2014/main" id="{D051F68D-E2E5-C625-0273-281CE6D4939F}"/>
              </a:ext>
            </a:extLst>
          </p:cNvPr>
          <p:cNvSpPr>
            <a:spLocks noGrp="1"/>
          </p:cNvSpPr>
          <p:nvPr>
            <p:ph sz="quarter" idx="13"/>
          </p:nvPr>
        </p:nvSpPr>
        <p:spPr>
          <a:xfrm>
            <a:off x="731520" y="2301836"/>
            <a:ext cx="10741150" cy="3921165"/>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EE2A7A0-B9EE-41A8-8016-28E5803F20B2}" type="datetime1">
              <a:rPr lang="en-US" smtClean="0"/>
              <a:pPr/>
              <a:t>5/6/2026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400581675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476A66-BE83-43F9-A28B-02DF7879AD52}"/>
              </a:ext>
            </a:extLst>
          </p:cNvPr>
          <p:cNvSpPr>
            <a:spLocks noGrp="1"/>
          </p:cNvSpPr>
          <p:nvPr>
            <p:ph type="title"/>
          </p:nvPr>
        </p:nvSpPr>
        <p:spPr>
          <a:xfrm>
            <a:off x="838200" y="584990"/>
            <a:ext cx="10515600" cy="1116811"/>
          </a:xfrm>
          <a:prstGeom prst="rect">
            <a:avLst/>
          </a:prstGeom>
        </p:spPr>
        <p:txBody>
          <a:bodyPr vert="horz" lIns="91440" tIns="45720" rIns="91440" bIns="45720" rtlCol="0" anchor="b">
            <a:normAutofit/>
          </a:bodyPr>
          <a:lstStyle/>
          <a:p>
            <a:r>
              <a:rPr lang="en-US"/>
              <a:t>Click to edit Master title style</a:t>
            </a:r>
          </a:p>
        </p:txBody>
      </p:sp>
      <p:sp>
        <p:nvSpPr>
          <p:cNvPr id="5" name="Footer Placeholder 4">
            <a:extLst>
              <a:ext uri="{FF2B5EF4-FFF2-40B4-BE49-F238E27FC236}">
                <a16:creationId xmlns:a16="http://schemas.microsoft.com/office/drawing/2014/main" id="{0DACB382-EE11-430D-941A-DB76EEB7F2D5}"/>
              </a:ext>
            </a:extLst>
          </p:cNvPr>
          <p:cNvSpPr>
            <a:spLocks noGrp="1"/>
          </p:cNvSpPr>
          <p:nvPr>
            <p:ph type="ftr" sz="quarter" idx="3"/>
          </p:nvPr>
        </p:nvSpPr>
        <p:spPr>
          <a:xfrm rot="16200000" flipH="1">
            <a:off x="-1131161" y="1592957"/>
            <a:ext cx="2973522" cy="365125"/>
          </a:xfrm>
          <a:prstGeom prst="rect">
            <a:avLst/>
          </a:prstGeom>
        </p:spPr>
        <p:txBody>
          <a:bodyPr vert="horz" lIns="91440" tIns="45720" rIns="91440" bIns="45720" rtlCol="0" anchor="ctr"/>
          <a:lstStyle>
            <a:lvl1pPr algn="r" rtl="0">
              <a:defRPr sz="1000">
                <a:solidFill>
                  <a:schemeClr val="tx1"/>
                </a:solidFill>
              </a:defRPr>
            </a:lvl1pPr>
          </a:lstStyle>
          <a:p>
            <a:r>
              <a:rPr lang="en-US"/>
              <a:t>Sample Footer Text</a:t>
            </a:r>
          </a:p>
        </p:txBody>
      </p:sp>
      <p:sp>
        <p:nvSpPr>
          <p:cNvPr id="3" name="Text Placeholder 2">
            <a:extLst>
              <a:ext uri="{FF2B5EF4-FFF2-40B4-BE49-F238E27FC236}">
                <a16:creationId xmlns:a16="http://schemas.microsoft.com/office/drawing/2014/main" id="{19D76E94-F276-4F0F-8DD9-B1F8A3198AE1}"/>
              </a:ext>
            </a:extLst>
          </p:cNvPr>
          <p:cNvSpPr>
            <a:spLocks noGrp="1"/>
          </p:cNvSpPr>
          <p:nvPr>
            <p:ph type="body" idx="1"/>
          </p:nvPr>
        </p:nvSpPr>
        <p:spPr>
          <a:xfrm>
            <a:off x="838200" y="2061469"/>
            <a:ext cx="10515600" cy="4114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AD964E-3A2E-4DB9-B96A-EDE144A47BDC}"/>
              </a:ext>
            </a:extLst>
          </p:cNvPr>
          <p:cNvSpPr>
            <a:spLocks noGrp="1"/>
          </p:cNvSpPr>
          <p:nvPr>
            <p:ph type="dt" sz="half" idx="2"/>
          </p:nvPr>
        </p:nvSpPr>
        <p:spPr>
          <a:xfrm rot="5400000">
            <a:off x="10425981" y="4687095"/>
            <a:ext cx="2706690" cy="365125"/>
          </a:xfrm>
          <a:prstGeom prst="rect">
            <a:avLst/>
          </a:prstGeom>
        </p:spPr>
        <p:txBody>
          <a:bodyPr vert="horz" lIns="91440" tIns="45720" rIns="91440" bIns="45720" rtlCol="0" anchor="ctr"/>
          <a:lstStyle>
            <a:lvl1pPr algn="r" rtl="0">
              <a:defRPr sz="1000">
                <a:solidFill>
                  <a:schemeClr val="tx1"/>
                </a:solidFill>
              </a:defRPr>
            </a:lvl1pPr>
          </a:lstStyle>
          <a:p>
            <a:fld id="{7FA43F5B-065E-43CE-B3FD-98C48A6F94D7}" type="datetime1">
              <a:rPr lang="en-US" smtClean="0"/>
              <a:pPr/>
              <a:t>5/6/2026</a:t>
            </a:fld>
            <a:endParaRPr lang="en-US"/>
          </a:p>
        </p:txBody>
      </p:sp>
      <p:sp>
        <p:nvSpPr>
          <p:cNvPr id="6" name="Slide Number Placeholder 5">
            <a:extLst>
              <a:ext uri="{FF2B5EF4-FFF2-40B4-BE49-F238E27FC236}">
                <a16:creationId xmlns:a16="http://schemas.microsoft.com/office/drawing/2014/main" id="{A3C562FE-ACD1-43F2-A3DE-5B11E10B7EA5}"/>
              </a:ext>
            </a:extLst>
          </p:cNvPr>
          <p:cNvSpPr>
            <a:spLocks noGrp="1"/>
          </p:cNvSpPr>
          <p:nvPr>
            <p:ph type="sldNum" sz="quarter" idx="4"/>
          </p:nvPr>
        </p:nvSpPr>
        <p:spPr>
          <a:xfrm>
            <a:off x="11512296" y="6356350"/>
            <a:ext cx="574620" cy="365125"/>
          </a:xfrm>
          <a:prstGeom prst="rect">
            <a:avLst/>
          </a:prstGeom>
        </p:spPr>
        <p:txBody>
          <a:bodyPr vert="horz" lIns="91440" tIns="45720" rIns="91440" bIns="45720" rtlCol="0" anchor="ctr"/>
          <a:lstStyle>
            <a:lvl1pPr algn="ctr" rtl="0">
              <a:defRPr sz="1000">
                <a:solidFill>
                  <a:schemeClr val="tx1"/>
                </a:solidFill>
              </a:defRPr>
            </a:lvl1pPr>
          </a:lstStyle>
          <a:p>
            <a:fld id="{2DE90F28-AFBB-4AB2-AA79-6D3F72ED131B}" type="slidenum">
              <a:rPr lang="en-US" smtClean="0"/>
              <a:pPr/>
              <a:t>‹#›</a:t>
            </a:fld>
            <a:endParaRPr lang="en-US"/>
          </a:p>
        </p:txBody>
      </p:sp>
      <p:cxnSp>
        <p:nvCxnSpPr>
          <p:cNvPr id="13" name="Straight Connector 12">
            <a:extLst>
              <a:ext uri="{FF2B5EF4-FFF2-40B4-BE49-F238E27FC236}">
                <a16:creationId xmlns:a16="http://schemas.microsoft.com/office/drawing/2014/main" id="{1EB34A3B-1FD5-48FF-9982-1E64C864C01D}"/>
              </a:ext>
            </a:extLst>
          </p:cNvPr>
          <p:cNvCxnSpPr>
            <a:cxnSpLocks/>
          </p:cNvCxnSpPr>
          <p:nvPr/>
        </p:nvCxnSpPr>
        <p:spPr>
          <a:xfrm flipH="1">
            <a:off x="4" y="1824111"/>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30441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Lst>
  <p:hf hdr="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28">
          <p15:clr>
            <a:srgbClr val="F26B43"/>
          </p15:clr>
        </p15:guide>
        <p15:guide id="2" pos="528">
          <p15:clr>
            <a:srgbClr val="F26B43"/>
          </p15:clr>
        </p15:guide>
        <p15:guide id="3" orient="horz" pos="3792">
          <p15:clr>
            <a:srgbClr val="F26B43"/>
          </p15:clr>
        </p15:guide>
        <p15:guide id="4" pos="715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3" Type="http://schemas.openxmlformats.org/officeDocument/2006/relationships/hyperlink" Target="https://pixabay.com/en/hand-leave-pen-paper-thank-you-226358/" TargetMode="External"/><Relationship Id="rId2" Type="http://schemas.openxmlformats.org/officeDocument/2006/relationships/image" Target="../media/image12.jpg"/><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B946C-7983-18D7-6A1E-3060804459E4}"/>
              </a:ext>
            </a:extLst>
          </p:cNvPr>
          <p:cNvSpPr>
            <a:spLocks noGrp="1"/>
          </p:cNvSpPr>
          <p:nvPr>
            <p:ph type="title"/>
          </p:nvPr>
        </p:nvSpPr>
        <p:spPr>
          <a:xfrm>
            <a:off x="833437" y="1730309"/>
            <a:ext cx="10525125" cy="1850173"/>
          </a:xfrm>
        </p:spPr>
        <p:txBody>
          <a:bodyPr anchor="b">
            <a:normAutofit/>
          </a:bodyPr>
          <a:lstStyle/>
          <a:p>
            <a:pPr algn="ctr"/>
            <a:r>
              <a:rPr lang="en-US" dirty="0"/>
              <a:t>Clinic Management System</a:t>
            </a:r>
          </a:p>
        </p:txBody>
      </p:sp>
      <p:sp>
        <p:nvSpPr>
          <p:cNvPr id="3" name="Subtitle 2">
            <a:extLst>
              <a:ext uri="{FF2B5EF4-FFF2-40B4-BE49-F238E27FC236}">
                <a16:creationId xmlns:a16="http://schemas.microsoft.com/office/drawing/2014/main" id="{91D568E9-47AB-C1B7-372F-82F2B8C1648F}"/>
              </a:ext>
            </a:extLst>
          </p:cNvPr>
          <p:cNvSpPr>
            <a:spLocks noGrp="1"/>
          </p:cNvSpPr>
          <p:nvPr>
            <p:ph type="body" sz="quarter" idx="15"/>
          </p:nvPr>
        </p:nvSpPr>
        <p:spPr>
          <a:xfrm>
            <a:off x="1975835" y="715896"/>
            <a:ext cx="8240330" cy="1014413"/>
          </a:xfrm>
        </p:spPr>
        <p:txBody>
          <a:bodyPr anchor="ctr">
            <a:normAutofit/>
          </a:bodyPr>
          <a:lstStyle/>
          <a:p>
            <a:pPr algn="l"/>
            <a:r>
              <a:rPr lang="en-US" sz="2800" dirty="0"/>
              <a:t>Streamlining healthcare operations for better patient care</a:t>
            </a:r>
          </a:p>
        </p:txBody>
      </p:sp>
      <p:sp>
        <p:nvSpPr>
          <p:cNvPr id="4" name="Subtitle 2">
            <a:extLst>
              <a:ext uri="{FF2B5EF4-FFF2-40B4-BE49-F238E27FC236}">
                <a16:creationId xmlns:a16="http://schemas.microsoft.com/office/drawing/2014/main" id="{8A2DDEC4-5305-7534-DAA7-AB5F5778359E}"/>
              </a:ext>
            </a:extLst>
          </p:cNvPr>
          <p:cNvSpPr txBox="1">
            <a:spLocks/>
          </p:cNvSpPr>
          <p:nvPr/>
        </p:nvSpPr>
        <p:spPr>
          <a:xfrm>
            <a:off x="2976675" y="4103783"/>
            <a:ext cx="6238648" cy="2038321"/>
          </a:xfrm>
          <a:prstGeom prst="rect">
            <a:avLst/>
          </a:prstGeom>
        </p:spPr>
        <p:txBody>
          <a:bodyPr vert="horz" lIns="91440" tIns="45720" rIns="91440" bIns="45720" rtlCol="0" anchor="ctr">
            <a:noAutofit/>
          </a:bodyPr>
          <a:lstStyle>
            <a:lvl1pPr marL="0" indent="0" algn="r" defTabSz="914400" rtl="0" eaLnBrk="1" latinLnBrk="0" hangingPunct="1">
              <a:lnSpc>
                <a:spcPct val="110000"/>
              </a:lnSpc>
              <a:spcBef>
                <a:spcPts val="1000"/>
              </a:spcBef>
              <a:buSzPct val="80000"/>
              <a:buFont typeface="Arial" panose="020B0604020202020204" pitchFamily="34" charset="0"/>
              <a:buNone/>
              <a:defRPr sz="20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800" dirty="0"/>
              <a:t>Abrar Hussain Syed</a:t>
            </a:r>
          </a:p>
          <a:p>
            <a:pPr algn="ctr"/>
            <a:r>
              <a:rPr lang="en-US" sz="1800" dirty="0"/>
              <a:t>KSU ID: 001239386</a:t>
            </a:r>
          </a:p>
          <a:p>
            <a:pPr algn="ctr"/>
            <a:r>
              <a:rPr lang="en-US" sz="1800" dirty="0"/>
              <a:t>HMI7540 - Healthcare Information Systems Development</a:t>
            </a:r>
          </a:p>
          <a:p>
            <a:pPr algn="ctr"/>
            <a:r>
              <a:rPr lang="en-US" sz="1800" dirty="0"/>
              <a:t>Kennesaw State University</a:t>
            </a:r>
          </a:p>
          <a:p>
            <a:pPr algn="ctr"/>
            <a:r>
              <a:rPr lang="en-US" sz="1800" dirty="0"/>
              <a:t>May 08</a:t>
            </a:r>
            <a:r>
              <a:rPr lang="en-US" sz="1800" baseline="30000" dirty="0"/>
              <a:t>th</a:t>
            </a:r>
            <a:r>
              <a:rPr lang="en-US" sz="1800" dirty="0"/>
              <a:t> 2026</a:t>
            </a:r>
          </a:p>
        </p:txBody>
      </p:sp>
    </p:spTree>
    <p:extLst>
      <p:ext uri="{BB962C8B-B14F-4D97-AF65-F5344CB8AC3E}">
        <p14:creationId xmlns:p14="http://schemas.microsoft.com/office/powerpoint/2010/main" val="1997958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250"/>
                                  </p:stCondLst>
                                  <p:iterate>
                                    <p:tmPct val="10000"/>
                                  </p:iterate>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250"/>
                                  </p:stCondLst>
                                  <p:iterate>
                                    <p:tmPct val="10000"/>
                                  </p:iterate>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C9B67-0378-5883-58A3-515EAE4E94B5}"/>
              </a:ext>
            </a:extLst>
          </p:cNvPr>
          <p:cNvSpPr>
            <a:spLocks noGrp="1"/>
          </p:cNvSpPr>
          <p:nvPr>
            <p:ph type="title"/>
          </p:nvPr>
        </p:nvSpPr>
        <p:spPr>
          <a:xfrm>
            <a:off x="4480560" y="320040"/>
            <a:ext cx="6858000" cy="932688"/>
          </a:xfrm>
        </p:spPr>
        <p:txBody>
          <a:bodyPr anchor="b">
            <a:normAutofit/>
          </a:bodyPr>
          <a:lstStyle/>
          <a:p>
            <a:r>
              <a:rPr lang="en-US" sz="2800" b="1" dirty="0"/>
              <a:t>Project Goal and Overview</a:t>
            </a:r>
          </a:p>
        </p:txBody>
      </p:sp>
      <p:pic>
        <p:nvPicPr>
          <p:cNvPr id="8" name="Content Placeholder 7" descr="digital technology concept">
            <a:extLst>
              <a:ext uri="{FF2B5EF4-FFF2-40B4-BE49-F238E27FC236}">
                <a16:creationId xmlns:a16="http://schemas.microsoft.com/office/drawing/2014/main" id="{58D05B84-6735-4FDF-8381-2E81236C9EA9}"/>
              </a:ext>
            </a:extLst>
          </p:cNvPr>
          <p:cNvPicPr>
            <a:picLocks noGrp="1" noChangeAspect="1"/>
          </p:cNvPicPr>
          <p:nvPr>
            <p:ph type="pic" sz="quarter" idx="13"/>
          </p:nvPr>
        </p:nvPicPr>
        <p:blipFill>
          <a:blip r:embed="rId3"/>
          <a:srcRect l="46855" r="20145"/>
          <a:stretch>
            <a:fillRect/>
          </a:stretch>
        </p:blipFill>
        <p:spPr>
          <a:xfrm>
            <a:off x="20" y="1"/>
            <a:ext cx="4023340" cy="6858000"/>
          </a:xfrm>
        </p:spPr>
      </p:pic>
      <p:sp>
        <p:nvSpPr>
          <p:cNvPr id="5" name="Content Placeholder 4">
            <a:extLst>
              <a:ext uri="{FF2B5EF4-FFF2-40B4-BE49-F238E27FC236}">
                <a16:creationId xmlns:a16="http://schemas.microsoft.com/office/drawing/2014/main" id="{374A0410-38E1-006F-2071-8A4A8640A94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480560" y="1380744"/>
            <a:ext cx="6858000" cy="4983480"/>
          </a:xfrm>
        </p:spPr>
        <p:txBody>
          <a:bodyPr>
            <a:normAutofit/>
          </a:bodyPr>
          <a:lstStyle/>
          <a:p>
            <a:pPr marL="0" indent="0">
              <a:spcBef>
                <a:spcPts val="2500"/>
              </a:spcBef>
              <a:buFont typeface="Arial" panose="020B0604020202020204" pitchFamily="34" charset="0"/>
              <a:buNone/>
            </a:pPr>
            <a:r>
              <a:rPr lang="en-US" b="1" dirty="0"/>
              <a:t>Object-Oriented Programming Focus</a:t>
            </a:r>
          </a:p>
          <a:p>
            <a:pPr marL="0" lvl="1" indent="0">
              <a:buFont typeface="Arial" panose="020B0604020202020204" pitchFamily="34" charset="0"/>
              <a:buNone/>
            </a:pPr>
            <a:r>
              <a:rPr lang="en-US" sz="1800" i="0" dirty="0"/>
              <a:t>The project emphasizes Python object-oriented programming by modeling patients and clinic as classes.</a:t>
            </a:r>
          </a:p>
          <a:p>
            <a:pPr marL="0" indent="0">
              <a:spcBef>
                <a:spcPts val="2500"/>
              </a:spcBef>
              <a:buFont typeface="Arial" panose="020B0604020202020204" pitchFamily="34" charset="0"/>
              <a:buNone/>
            </a:pPr>
            <a:r>
              <a:rPr lang="en-US" b="1" dirty="0"/>
              <a:t>Patient Data Management</a:t>
            </a:r>
          </a:p>
          <a:p>
            <a:pPr marL="0" lvl="1" indent="0">
              <a:buFont typeface="Arial" panose="020B0604020202020204" pitchFamily="34" charset="0"/>
              <a:buNone/>
            </a:pPr>
            <a:r>
              <a:rPr lang="en-US" sz="1800" i="0" dirty="0"/>
              <a:t>The system stores and manages patient details including personal info and health metrics with historical tracking.</a:t>
            </a:r>
          </a:p>
          <a:p>
            <a:pPr marL="0" indent="0">
              <a:spcBef>
                <a:spcPts val="2500"/>
              </a:spcBef>
              <a:buFont typeface="Arial" panose="020B0604020202020204" pitchFamily="34" charset="0"/>
              <a:buNone/>
            </a:pPr>
            <a:r>
              <a:rPr lang="en-US" b="1" dirty="0"/>
              <a:t>Modular and Expandable Design</a:t>
            </a:r>
          </a:p>
          <a:p>
            <a:pPr marL="0" lvl="1" indent="0">
              <a:buFont typeface="Arial" panose="020B0604020202020204" pitchFamily="34" charset="0"/>
              <a:buNone/>
            </a:pPr>
            <a:r>
              <a:rPr lang="en-US" sz="1800" i="0" dirty="0"/>
              <a:t>The program structure supports future expansion like visit records and report generation, maintaining clean separation.</a:t>
            </a:r>
          </a:p>
          <a:p>
            <a:pPr marL="0" indent="0">
              <a:spcBef>
                <a:spcPts val="2500"/>
              </a:spcBef>
              <a:buFont typeface="Arial" panose="020B0604020202020204" pitchFamily="34" charset="0"/>
              <a:buNone/>
            </a:pPr>
            <a:r>
              <a:rPr lang="en-US" b="1" dirty="0"/>
              <a:t>Command-Line Interface Application</a:t>
            </a:r>
          </a:p>
          <a:p>
            <a:pPr marL="0" lvl="1" indent="0">
              <a:buFont typeface="Arial" panose="020B0604020202020204" pitchFamily="34" charset="0"/>
              <a:buNone/>
            </a:pPr>
            <a:r>
              <a:rPr lang="en-US" sz="1800" i="0" dirty="0"/>
              <a:t>Implemented as a CLI application with a main function entry point, following Python best practices.</a:t>
            </a:r>
          </a:p>
        </p:txBody>
      </p:sp>
    </p:spTree>
    <p:extLst>
      <p:ext uri="{BB962C8B-B14F-4D97-AF65-F5344CB8AC3E}">
        <p14:creationId xmlns:p14="http://schemas.microsoft.com/office/powerpoint/2010/main" val="40673562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53F5D-3D83-C48B-7D92-EE9CA6F771BB}"/>
              </a:ext>
            </a:extLst>
          </p:cNvPr>
          <p:cNvSpPr>
            <a:spLocks noGrp="1"/>
          </p:cNvSpPr>
          <p:nvPr>
            <p:ph type="title"/>
          </p:nvPr>
        </p:nvSpPr>
        <p:spPr>
          <a:xfrm>
            <a:off x="1520327" y="264404"/>
            <a:ext cx="4543489" cy="954171"/>
          </a:xfrm>
        </p:spPr>
        <p:txBody>
          <a:bodyPr anchor="b">
            <a:normAutofit/>
          </a:bodyPr>
          <a:lstStyle/>
          <a:p>
            <a:r>
              <a:rPr lang="en-US" sz="2800" b="1" dirty="0"/>
              <a:t>Code Structure and Design Decisions</a:t>
            </a:r>
          </a:p>
        </p:txBody>
      </p:sp>
      <p:pic>
        <p:nvPicPr>
          <p:cNvPr id="8" name="Content Placeholder 7" descr="3d flow chart.">
            <a:extLst>
              <a:ext uri="{FF2B5EF4-FFF2-40B4-BE49-F238E27FC236}">
                <a16:creationId xmlns:a16="http://schemas.microsoft.com/office/drawing/2014/main" id="{6027F30E-F5C7-47FB-B7E1-88EDD521111C}"/>
              </a:ext>
            </a:extLst>
          </p:cNvPr>
          <p:cNvPicPr>
            <a:picLocks noGrp="1" noChangeAspect="1"/>
          </p:cNvPicPr>
          <p:nvPr>
            <p:ph type="pic" sz="quarter" idx="13"/>
          </p:nvPr>
        </p:nvPicPr>
        <p:blipFill>
          <a:blip r:embed="rId3"/>
          <a:stretch/>
        </p:blipFill>
        <p:spPr>
          <a:xfrm>
            <a:off x="0" y="1532964"/>
            <a:ext cx="7584144" cy="3792072"/>
          </a:xfrm>
        </p:spPr>
      </p:pic>
      <p:sp>
        <p:nvSpPr>
          <p:cNvPr id="5" name="Content Placeholder 4">
            <a:extLst>
              <a:ext uri="{FF2B5EF4-FFF2-40B4-BE49-F238E27FC236}">
                <a16:creationId xmlns:a16="http://schemas.microsoft.com/office/drawing/2014/main" id="{70462DE2-AFE9-A44C-FC13-A6F346DC387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101805" y="13062"/>
            <a:ext cx="3566160" cy="6844938"/>
          </a:xfrm>
        </p:spPr>
        <p:txBody>
          <a:bodyPr>
            <a:noAutofit/>
          </a:bodyPr>
          <a:lstStyle/>
          <a:p>
            <a:pPr marL="0" indent="0">
              <a:lnSpc>
                <a:spcPct val="100000"/>
              </a:lnSpc>
              <a:spcBef>
                <a:spcPts val="2500"/>
              </a:spcBef>
              <a:buFont typeface="Arial" panose="020B0604020202020204" pitchFamily="34" charset="0"/>
              <a:buNone/>
            </a:pPr>
            <a:r>
              <a:rPr lang="en-US" b="1" dirty="0"/>
              <a:t>Patient Class Structure</a:t>
            </a:r>
          </a:p>
          <a:p>
            <a:pPr marL="0" lvl="1" indent="0">
              <a:lnSpc>
                <a:spcPct val="100000"/>
              </a:lnSpc>
              <a:buFont typeface="Arial" panose="020B0604020202020204" pitchFamily="34" charset="0"/>
              <a:buNone/>
            </a:pPr>
            <a:r>
              <a:rPr lang="en-US" sz="1800" i="0" dirty="0"/>
              <a:t>Patient class stores individual patient data including name, birthdate, blood pressure, weight, and history list.</a:t>
            </a:r>
          </a:p>
          <a:p>
            <a:pPr marL="0" indent="0">
              <a:lnSpc>
                <a:spcPct val="100000"/>
              </a:lnSpc>
              <a:spcBef>
                <a:spcPts val="2500"/>
              </a:spcBef>
              <a:buFont typeface="Arial" panose="020B0604020202020204" pitchFamily="34" charset="0"/>
              <a:buNone/>
            </a:pPr>
            <a:r>
              <a:rPr lang="en-US" b="1" dirty="0" err="1"/>
              <a:t>ClinicSystem</a:t>
            </a:r>
            <a:r>
              <a:rPr lang="en-US" b="1" dirty="0"/>
              <a:t> Class Role</a:t>
            </a:r>
          </a:p>
          <a:p>
            <a:pPr marL="0" lvl="1" indent="0">
              <a:lnSpc>
                <a:spcPct val="100000"/>
              </a:lnSpc>
              <a:buFont typeface="Arial" panose="020B0604020202020204" pitchFamily="34" charset="0"/>
              <a:buNone/>
            </a:pPr>
            <a:r>
              <a:rPr lang="en-US" sz="1800" i="0" dirty="0" err="1"/>
              <a:t>ClinicSystem</a:t>
            </a:r>
            <a:r>
              <a:rPr lang="en-US" sz="1800" i="0" dirty="0"/>
              <a:t> manages multiple patient objects, enabling scalable organization and modular code design.</a:t>
            </a:r>
          </a:p>
          <a:p>
            <a:pPr marL="0" indent="0">
              <a:lnSpc>
                <a:spcPct val="100000"/>
              </a:lnSpc>
              <a:spcBef>
                <a:spcPts val="2500"/>
              </a:spcBef>
              <a:buFont typeface="Arial" panose="020B0604020202020204" pitchFamily="34" charset="0"/>
              <a:buNone/>
            </a:pPr>
            <a:r>
              <a:rPr lang="en-US" b="1" dirty="0"/>
              <a:t>Main Function Purpose</a:t>
            </a:r>
          </a:p>
          <a:p>
            <a:pPr marL="0" lvl="1" indent="0">
              <a:lnSpc>
                <a:spcPct val="100000"/>
              </a:lnSpc>
              <a:buFont typeface="Arial" panose="020B0604020202020204" pitchFamily="34" charset="0"/>
              <a:buNone/>
            </a:pPr>
            <a:r>
              <a:rPr lang="en-US" sz="1800" i="0" dirty="0"/>
              <a:t>Main function initializes </a:t>
            </a:r>
            <a:r>
              <a:rPr lang="en-US" sz="1800" i="0" dirty="0" err="1"/>
              <a:t>ClinicSystem</a:t>
            </a:r>
            <a:r>
              <a:rPr lang="en-US" sz="1800" i="0" dirty="0"/>
              <a:t> and sets foundation for future CLI user interaction and program flow.</a:t>
            </a:r>
          </a:p>
          <a:p>
            <a:pPr marL="0" indent="0">
              <a:lnSpc>
                <a:spcPct val="100000"/>
              </a:lnSpc>
              <a:spcBef>
                <a:spcPts val="2500"/>
              </a:spcBef>
              <a:buFont typeface="Arial" panose="020B0604020202020204" pitchFamily="34" charset="0"/>
              <a:buNone/>
            </a:pPr>
            <a:r>
              <a:rPr lang="en-US" b="1" dirty="0"/>
              <a:t>Design Principles</a:t>
            </a:r>
          </a:p>
          <a:p>
            <a:pPr marL="0" lvl="1" indent="0">
              <a:lnSpc>
                <a:spcPct val="100000"/>
              </a:lnSpc>
              <a:buFont typeface="Arial" panose="020B0604020202020204" pitchFamily="34" charset="0"/>
              <a:buNone/>
            </a:pPr>
            <a:r>
              <a:rPr lang="en-US" sz="1800" i="0" dirty="0"/>
              <a:t>Design emphasizes clarity, modularity, readability, and extensibility.</a:t>
            </a:r>
          </a:p>
        </p:txBody>
      </p:sp>
    </p:spTree>
    <p:extLst>
      <p:ext uri="{BB962C8B-B14F-4D97-AF65-F5344CB8AC3E}">
        <p14:creationId xmlns:p14="http://schemas.microsoft.com/office/powerpoint/2010/main" val="4987368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17F07-6A2E-D953-A2DB-292D16EF6DBB}"/>
              </a:ext>
            </a:extLst>
          </p:cNvPr>
          <p:cNvSpPr>
            <a:spLocks noGrp="1"/>
          </p:cNvSpPr>
          <p:nvPr>
            <p:ph type="title"/>
          </p:nvPr>
        </p:nvSpPr>
        <p:spPr>
          <a:xfrm>
            <a:off x="4480560" y="320040"/>
            <a:ext cx="6858000" cy="932688"/>
          </a:xfrm>
        </p:spPr>
        <p:txBody>
          <a:bodyPr anchor="b">
            <a:normAutofit/>
          </a:bodyPr>
          <a:lstStyle/>
          <a:p>
            <a:r>
              <a:rPr lang="en-US" sz="2800" b="1" dirty="0"/>
              <a:t>What I Tried, Challenges, and Next Steps</a:t>
            </a:r>
          </a:p>
        </p:txBody>
      </p:sp>
      <p:pic>
        <p:nvPicPr>
          <p:cNvPr id="8" name="Content Placeholder 7" descr="Shot of young woman programming at her home office.">
            <a:extLst>
              <a:ext uri="{FF2B5EF4-FFF2-40B4-BE49-F238E27FC236}">
                <a16:creationId xmlns:a16="http://schemas.microsoft.com/office/drawing/2014/main" id="{88C30E5D-8B4B-4C6C-83DF-8F33818C2EBC}"/>
              </a:ext>
            </a:extLst>
          </p:cNvPr>
          <p:cNvPicPr>
            <a:picLocks noGrp="1" noChangeAspect="1"/>
          </p:cNvPicPr>
          <p:nvPr>
            <p:ph type="pic" sz="quarter" idx="13"/>
          </p:nvPr>
        </p:nvPicPr>
        <p:blipFill>
          <a:blip r:embed="rId3"/>
          <a:srcRect l="27740" r="33100" b="-2"/>
          <a:stretch>
            <a:fillRect/>
          </a:stretch>
        </p:blipFill>
        <p:spPr>
          <a:xfrm>
            <a:off x="20" y="1"/>
            <a:ext cx="4023340" cy="6858000"/>
          </a:xfrm>
        </p:spPr>
      </p:pic>
      <p:sp>
        <p:nvSpPr>
          <p:cNvPr id="5" name="Content Placeholder 4">
            <a:extLst>
              <a:ext uri="{FF2B5EF4-FFF2-40B4-BE49-F238E27FC236}">
                <a16:creationId xmlns:a16="http://schemas.microsoft.com/office/drawing/2014/main" id="{0CB3B16D-BB36-1724-FF72-EE2D57228A5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480560" y="1380744"/>
            <a:ext cx="6858000" cy="4983480"/>
          </a:xfrm>
        </p:spPr>
        <p:txBody>
          <a:bodyPr>
            <a:normAutofit/>
          </a:bodyPr>
          <a:lstStyle/>
          <a:p>
            <a:pPr marL="0" indent="0">
              <a:spcBef>
                <a:spcPts val="2500"/>
              </a:spcBef>
              <a:buFont typeface="Arial" panose="020B0604020202020204" pitchFamily="34" charset="0"/>
              <a:buNone/>
            </a:pPr>
            <a:r>
              <a:rPr lang="en-US" b="1" dirty="0"/>
              <a:t>Object-Oriented Programming Practice</a:t>
            </a:r>
          </a:p>
          <a:p>
            <a:pPr marL="0" lvl="1" indent="0">
              <a:buFont typeface="Arial" panose="020B0604020202020204" pitchFamily="34" charset="0"/>
              <a:buNone/>
            </a:pPr>
            <a:r>
              <a:rPr lang="en-US" sz="1800" i="0" dirty="0"/>
              <a:t>Shifted from procedural to object-oriented design by grouping data and behavior into Python classes.</a:t>
            </a:r>
          </a:p>
          <a:p>
            <a:pPr marL="0" indent="0">
              <a:spcBef>
                <a:spcPts val="2500"/>
              </a:spcBef>
              <a:buFont typeface="Arial" panose="020B0604020202020204" pitchFamily="34" charset="0"/>
              <a:buNone/>
            </a:pPr>
            <a:r>
              <a:rPr lang="en-US" b="1" dirty="0"/>
              <a:t>Design for Future Expansion</a:t>
            </a:r>
          </a:p>
          <a:p>
            <a:pPr marL="0" lvl="1" indent="0">
              <a:buFont typeface="Arial" panose="020B0604020202020204" pitchFamily="34" charset="0"/>
              <a:buNone/>
            </a:pPr>
            <a:r>
              <a:rPr lang="en-US" sz="1800" i="0" dirty="0"/>
              <a:t>Added expandable features like a history list to prepare for evolving patient data in the system.</a:t>
            </a:r>
          </a:p>
          <a:p>
            <a:pPr marL="0" indent="0">
              <a:spcBef>
                <a:spcPts val="2500"/>
              </a:spcBef>
              <a:buFont typeface="Arial" panose="020B0604020202020204" pitchFamily="34" charset="0"/>
              <a:buNone/>
            </a:pPr>
            <a:r>
              <a:rPr lang="en-US" b="1" dirty="0"/>
              <a:t>Challenges Faced</a:t>
            </a:r>
          </a:p>
          <a:p>
            <a:pPr marL="0" lvl="1" indent="0">
              <a:buFont typeface="Arial" panose="020B0604020202020204" pitchFamily="34" charset="0"/>
              <a:buNone/>
            </a:pPr>
            <a:r>
              <a:rPr lang="en-US" sz="1800" i="0" dirty="0"/>
              <a:t>Encountered syntax errors and indentation problems which improved understanding of Python’s structure.</a:t>
            </a:r>
          </a:p>
          <a:p>
            <a:pPr marL="0" indent="0">
              <a:spcBef>
                <a:spcPts val="2500"/>
              </a:spcBef>
              <a:buFont typeface="Arial" panose="020B0604020202020204" pitchFamily="34" charset="0"/>
              <a:buNone/>
            </a:pPr>
            <a:r>
              <a:rPr lang="en-US" b="1" dirty="0"/>
              <a:t>Next Development Steps</a:t>
            </a:r>
          </a:p>
          <a:p>
            <a:pPr marL="0" lvl="1" indent="0">
              <a:buFont typeface="Arial" panose="020B0604020202020204" pitchFamily="34" charset="0"/>
              <a:buNone/>
            </a:pPr>
            <a:r>
              <a:rPr lang="en-US" sz="1800" i="0" dirty="0"/>
              <a:t>Plan to implement full </a:t>
            </a:r>
            <a:r>
              <a:rPr lang="en-US" sz="1800" i="0" dirty="0" err="1"/>
              <a:t>ClinicSystem</a:t>
            </a:r>
            <a:r>
              <a:rPr lang="en-US" sz="1800" i="0" dirty="0"/>
              <a:t> functionality including user menus and input validation.</a:t>
            </a:r>
          </a:p>
        </p:txBody>
      </p:sp>
    </p:spTree>
    <p:extLst>
      <p:ext uri="{BB962C8B-B14F-4D97-AF65-F5344CB8AC3E}">
        <p14:creationId xmlns:p14="http://schemas.microsoft.com/office/powerpoint/2010/main" val="3522058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a:extLst>
              <a:ext uri="{FF2B5EF4-FFF2-40B4-BE49-F238E27FC236}">
                <a16:creationId xmlns:a16="http://schemas.microsoft.com/office/drawing/2014/main" id="{2C8022B6-E985-FDC8-EF23-CE0314CEB19F}"/>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21559" b="21559"/>
          <a:stretch>
            <a:fillRect/>
          </a:stretch>
        </p:blipFill>
        <p:spPr>
          <a:xfrm>
            <a:off x="639763" y="365125"/>
            <a:ext cx="10872787" cy="4425950"/>
          </a:xfrm>
        </p:spPr>
      </p:pic>
      <p:sp>
        <p:nvSpPr>
          <p:cNvPr id="2" name="Subtitle 2">
            <a:extLst>
              <a:ext uri="{FF2B5EF4-FFF2-40B4-BE49-F238E27FC236}">
                <a16:creationId xmlns:a16="http://schemas.microsoft.com/office/drawing/2014/main" id="{89BF4F4D-5AAA-82B3-BC23-1835DE940C3F}"/>
              </a:ext>
            </a:extLst>
          </p:cNvPr>
          <p:cNvSpPr txBox="1">
            <a:spLocks/>
          </p:cNvSpPr>
          <p:nvPr/>
        </p:nvSpPr>
        <p:spPr>
          <a:xfrm>
            <a:off x="639764" y="5512374"/>
            <a:ext cx="10872786" cy="980501"/>
          </a:xfrm>
          <a:prstGeom prst="rect">
            <a:avLst/>
          </a:prstGeom>
        </p:spPr>
        <p:txBody>
          <a:bodyPr anchor="ctr">
            <a:normAutofit/>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dirty="0"/>
              <a:t>Special thanks to </a:t>
            </a:r>
            <a:r>
              <a:rPr lang="en-US" b="1" dirty="0"/>
              <a:t>Prof. Nicolette Gordon</a:t>
            </a:r>
            <a:r>
              <a:rPr lang="en-US" dirty="0"/>
              <a:t> for the guidance, support, and valuable feedback throughout this project.</a:t>
            </a:r>
          </a:p>
        </p:txBody>
      </p:sp>
    </p:spTree>
    <p:extLst>
      <p:ext uri="{BB962C8B-B14F-4D97-AF65-F5344CB8AC3E}">
        <p14:creationId xmlns:p14="http://schemas.microsoft.com/office/powerpoint/2010/main" val="1770126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Archway">
  <a:themeElements>
    <a:clrScheme name="Archway">
      <a:dk1>
        <a:sysClr val="windowText" lastClr="000000"/>
      </a:dk1>
      <a:lt1>
        <a:sysClr val="window" lastClr="FFFFFF"/>
      </a:lt1>
      <a:dk2>
        <a:srgbClr val="424C4E"/>
      </a:dk2>
      <a:lt2>
        <a:srgbClr val="EDE9E7"/>
      </a:lt2>
      <a:accent1>
        <a:srgbClr val="9FA597"/>
      </a:accent1>
      <a:accent2>
        <a:srgbClr val="AEA67E"/>
      </a:accent2>
      <a:accent3>
        <a:srgbClr val="957D71"/>
      </a:accent3>
      <a:accent4>
        <a:srgbClr val="C88769"/>
      </a:accent4>
      <a:accent5>
        <a:srgbClr val="97A4AA"/>
      </a:accent5>
      <a:accent6>
        <a:srgbClr val="9FA4A5"/>
      </a:accent6>
      <a:hlink>
        <a:srgbClr val="8C9484"/>
      </a:hlink>
      <a:folHlink>
        <a:srgbClr val="C17957"/>
      </a:folHlink>
    </a:clrScheme>
    <a:fontScheme name="Archway">
      <a:majorFont>
        <a:latin typeface="Felix Titling"/>
        <a:ea typeface=""/>
        <a:cs typeface=""/>
      </a:majorFont>
      <a:minorFont>
        <a:latin typeface="Goudy Old Sty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rchway design_win32_LW_V6" id="{76702E1B-643C-41F6-B804-84CD1831FE1D}" vid="{80EAE0FA-13D9-49AC-87DC-C29A48A8690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TotalTime>
  <Words>1277</Words>
  <Application>Microsoft Office PowerPoint</Application>
  <PresentationFormat>Widescreen</PresentationFormat>
  <Paragraphs>43</Paragraphs>
  <Slides>5</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Felix Titling</vt:lpstr>
      <vt:lpstr>Goudy Old Style</vt:lpstr>
      <vt:lpstr>Archway</vt:lpstr>
      <vt:lpstr>Clinic Management System</vt:lpstr>
      <vt:lpstr>Project Goal and Overview</vt:lpstr>
      <vt:lpstr>Code Structure and Design Decisions</vt:lpstr>
      <vt:lpstr>What I Tried, Challenges, and Next Steps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asyed37@students.kennesaw.edu</dc:creator>
  <cp:lastModifiedBy>Syed Abrar Hussain</cp:lastModifiedBy>
  <cp:revision>8</cp:revision>
  <dcterms:modified xsi:type="dcterms:W3CDTF">2026-05-07T02:03:10Z</dcterms:modified>
</cp:coreProperties>
</file>